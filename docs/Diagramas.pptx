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3080"/>
    <a:srgbClr val="E97132"/>
    <a:srgbClr val="4DD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8" autoAdjust="0"/>
    <p:restoredTop sz="94660"/>
  </p:normalViewPr>
  <p:slideViewPr>
    <p:cSldViewPr snapToGrid="0">
      <p:cViewPr>
        <p:scale>
          <a:sx n="33" d="100"/>
          <a:sy n="33" d="100"/>
        </p:scale>
        <p:origin x="3032" y="1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038A1C-327E-444F-A64E-F08B27DF9DB9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5156D-B923-428D-8C35-F5263E278D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8179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F5EB9-A921-6D5E-B6CB-C69C414D5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39D254-7621-D193-4934-5C05A1494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856E43-7916-CC3B-6D5A-2AD03491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E3C45-DD15-4547-82D4-C6128F8E42A0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CBF6F7-73BE-D6B1-4E2D-371C441F6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F9A802-7C86-F30D-D824-292C47901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0E79-A065-43CB-AC50-94B6D5319B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0668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22871-E956-556C-E16D-5806E96D5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D28FC8-F656-7722-E82E-30E51EC57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53978B-D44D-4655-46CB-7B5CD2FC8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E3C45-DD15-4547-82D4-C6128F8E42A0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D94887-493B-1C5B-83AF-2BB10799F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284391-A7D6-0745-5A33-AE2E0BB5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0E79-A065-43CB-AC50-94B6D5319B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1566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C6E2F-AB5A-D72B-79FA-8876E24C8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DDC920-371E-CDBC-1F03-0D5CFCD10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ED70E2-4DDB-5088-AB8A-83D7495CD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E3C45-DD15-4547-82D4-C6128F8E42A0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90A3BF-FEE6-7666-2F50-0ED9B9BFD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C0CF25-AE7D-725C-FB21-F761450D8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0E79-A065-43CB-AC50-94B6D5319B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486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3F4D1E-8AF6-468A-C778-6331D7DB0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647103-C5EF-ABCD-6077-07E5322965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7168C8-B253-4D45-ABAA-C516AAA2F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0E42A2-C434-FFF0-BEA5-99A700AE4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E3C45-DD15-4547-82D4-C6128F8E42A0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9F6C98-D6FB-B3DF-09A9-D43F7867D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97BC36-FB03-7839-9DA2-9FF19FA14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0E79-A065-43CB-AC50-94B6D5319B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24428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249C1-F118-2AFB-14E8-CD39F1A30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516460-827B-5D52-C98D-FA5220087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D2C1CC-17B4-ED53-FEF2-C9CCDE480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DF5F357-DE9E-472D-3471-5ECE64FD1E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9EA9035-A98A-37F2-AA02-1BD60395FD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6C283A3-EB37-2BF2-4568-7546B619A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E3C45-DD15-4547-82D4-C6128F8E42A0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159BC01-177B-6768-04AE-23FC2A163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9EAC55-B3F9-BC60-DBC8-2C2382BB6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0E79-A065-43CB-AC50-94B6D5319B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7322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2513F5-120F-0B04-2466-1BE33F021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1ABFA77-19DB-B4D0-0B0A-600DD17BA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E3C45-DD15-4547-82D4-C6128F8E42A0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239ECD0-2EEF-DCD4-8176-4050BE821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6375E5F-62E4-5C9A-6420-13AA6C8DE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0E79-A065-43CB-AC50-94B6D5319B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6170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8F13E8A-13F1-50F0-B563-6FC9B24B9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E3C45-DD15-4547-82D4-C6128F8E42A0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E9E5834-768A-D6B6-7E90-43BCA594D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0A7AB3-028D-F309-38BE-3A9CE05B2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0E79-A065-43CB-AC50-94B6D5319B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3949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755512-96AE-4E08-BB4B-30CF94299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DE41BC-46A1-8373-9FA4-D0153E0B4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58942A-393D-9551-2A0D-2A11DFF51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F6C49A-5122-08AE-8133-7E0502B8C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E3C45-DD15-4547-82D4-C6128F8E42A0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CDB03A-6C42-4468-B7C0-92E5C6DDE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99876D-73D2-3761-31ED-A644347F3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0E79-A065-43CB-AC50-94B6D5319B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9156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BBDD3-EDAE-3658-971B-CE05718D9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DD1C4BB-8B62-07DD-1771-30238AC9B8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4D2FDA-8B3B-EF85-98BF-1A5C16577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8BC005-EC8C-940A-BF70-5CF55855A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E3C45-DD15-4547-82D4-C6128F8E42A0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FC091D-DC39-EC9C-0957-EC00625BB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401648-7FDA-04F6-D7CB-6E48B1BA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0E79-A065-43CB-AC50-94B6D5319B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9542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2B32E-0037-29A2-0C0C-73E4D702F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B5C708-1393-5FDE-C3B9-811E4A013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CB282D-5AF5-EBDD-4012-9D114E7E9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E3C45-DD15-4547-82D4-C6128F8E42A0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BA5AD8-C9E6-F46D-548A-8A946D8FE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9BEEF0-F0A3-69CC-F07A-9119E63E2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0E79-A065-43CB-AC50-94B6D5319B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3024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EB9CA12-877D-3949-F27F-CB6A3679E0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059503-E855-C669-8142-FE59A60BD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DC17DF-700F-6532-1D0E-2DEE71DC1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E3C45-DD15-4547-82D4-C6128F8E42A0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EB2009-62CA-0261-4AB3-36FCBFCDE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188FF9-EE60-0F9E-E078-C9F611CE6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0E79-A065-43CB-AC50-94B6D5319B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601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5AC336E-54D5-5835-D68D-4B059AC9F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E4E36F-2182-FCF8-5F61-BD5E6ED8D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7A1A58-22F4-DB2A-DDC4-FEC74D607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EE3C45-DD15-4547-82D4-C6128F8E42A0}" type="datetimeFigureOut">
              <a:rPr lang="es-CO" smtClean="0"/>
              <a:t>14/09/2026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A068DD-1805-DDCD-9C94-2ECD4AAEEA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BDFE13-EB79-8BE8-EC7A-256293298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AC0E79-A065-43CB-AC50-94B6D5319B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7160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5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4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6.png"/><Relationship Id="rId7" Type="http://schemas.openxmlformats.org/officeDocument/2006/relationships/image" Target="../media/image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769DE434-B445-8796-2C6B-365E440F99E4}"/>
              </a:ext>
            </a:extLst>
          </p:cNvPr>
          <p:cNvCxnSpPr>
            <a:cxnSpLocks/>
          </p:cNvCxnSpPr>
          <p:nvPr/>
        </p:nvCxnSpPr>
        <p:spPr>
          <a:xfrm>
            <a:off x="2345331" y="1291328"/>
            <a:ext cx="4732544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8DC1CB15-CAD2-CE1D-A20D-1E5DF22C0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323" y="3134669"/>
            <a:ext cx="870775" cy="870775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CA187EE0-80AA-909A-F5B5-F36977637922}"/>
              </a:ext>
            </a:extLst>
          </p:cNvPr>
          <p:cNvSpPr/>
          <p:nvPr/>
        </p:nvSpPr>
        <p:spPr>
          <a:xfrm>
            <a:off x="2436073" y="2073105"/>
            <a:ext cx="1542614" cy="73290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/>
              <a:t>Mes anterior(t-1)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57765BA-455C-8ADD-8692-BB7081ECA19C}"/>
              </a:ext>
            </a:extLst>
          </p:cNvPr>
          <p:cNvCxnSpPr>
            <a:stCxn id="9" idx="0"/>
          </p:cNvCxnSpPr>
          <p:nvPr/>
        </p:nvCxnSpPr>
        <p:spPr>
          <a:xfrm flipV="1">
            <a:off x="3207380" y="1291328"/>
            <a:ext cx="10470" cy="7817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C1CA3B5-A3E3-C9E8-9030-FE4EAC04EB1A}"/>
              </a:ext>
            </a:extLst>
          </p:cNvPr>
          <p:cNvSpPr/>
          <p:nvPr/>
        </p:nvSpPr>
        <p:spPr>
          <a:xfrm>
            <a:off x="5397404" y="2073104"/>
            <a:ext cx="1542614" cy="7329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/>
              <a:t>Mes actual (t)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9F1CC7FF-A7BD-25FD-70C7-9E4C8F07D31A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6168711" y="1291328"/>
            <a:ext cx="0" cy="7817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8" name="Imagen 17">
            <a:extLst>
              <a:ext uri="{FF2B5EF4-FFF2-40B4-BE49-F238E27FC236}">
                <a16:creationId xmlns:a16="http://schemas.microsoft.com/office/drawing/2014/main" id="{7CD39993-1A1C-B427-CE53-6B834CC37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187" y="3046558"/>
            <a:ext cx="1124385" cy="1124385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147F96D4-BE05-F33F-730E-9D8F4804FBF4}"/>
              </a:ext>
            </a:extLst>
          </p:cNvPr>
          <p:cNvSpPr txBox="1"/>
          <p:nvPr/>
        </p:nvSpPr>
        <p:spPr>
          <a:xfrm>
            <a:off x="2940680" y="4256499"/>
            <a:ext cx="828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/>
              <a:t>Datos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85FF8E0-9B40-2770-D5CF-4CE3CF205B21}"/>
              </a:ext>
            </a:extLst>
          </p:cNvPr>
          <p:cNvSpPr txBox="1"/>
          <p:nvPr/>
        </p:nvSpPr>
        <p:spPr>
          <a:xfrm>
            <a:off x="5679445" y="4132250"/>
            <a:ext cx="978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/>
              <a:t>Modelo</a:t>
            </a:r>
          </a:p>
        </p:txBody>
      </p:sp>
      <p:cxnSp>
        <p:nvCxnSpPr>
          <p:cNvPr id="23" name="Conector: curvado 22">
            <a:extLst>
              <a:ext uri="{FF2B5EF4-FFF2-40B4-BE49-F238E27FC236}">
                <a16:creationId xmlns:a16="http://schemas.microsoft.com/office/drawing/2014/main" id="{6934E903-C53A-3CB4-67B3-893262A213D7}"/>
              </a:ext>
            </a:extLst>
          </p:cNvPr>
          <p:cNvCxnSpPr>
            <a:cxnSpLocks/>
            <a:stCxn id="19" idx="2"/>
            <a:endCxn id="21" idx="2"/>
          </p:cNvCxnSpPr>
          <p:nvPr/>
        </p:nvCxnSpPr>
        <p:spPr>
          <a:xfrm rot="5400000" flipH="1" flipV="1">
            <a:off x="4699793" y="3126137"/>
            <a:ext cx="124249" cy="2813584"/>
          </a:xfrm>
          <a:prstGeom prst="curvedConnector3">
            <a:avLst>
              <a:gd name="adj1" fmla="val -18398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C7F6E8D-6DE6-1242-73CB-08471D9C2932}"/>
              </a:ext>
            </a:extLst>
          </p:cNvPr>
          <p:cNvSpPr txBox="1"/>
          <p:nvPr/>
        </p:nvSpPr>
        <p:spPr>
          <a:xfrm>
            <a:off x="3661452" y="4865240"/>
            <a:ext cx="2133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/>
              <a:t>Información disponible 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5366BBA2-3F45-5FD1-4727-4F9E430CC55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604098" y="3570057"/>
            <a:ext cx="850705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D63DE66-2C3A-C523-F6B1-6AB2A74F5B44}"/>
              </a:ext>
            </a:extLst>
          </p:cNvPr>
          <p:cNvSpPr txBox="1"/>
          <p:nvPr/>
        </p:nvSpPr>
        <p:spPr>
          <a:xfrm>
            <a:off x="7360394" y="4001666"/>
            <a:ext cx="12026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/>
              <a:t>Predicción</a:t>
            </a:r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EA1CA461-55D8-32DA-ECA3-84005BA682BA}"/>
              </a:ext>
            </a:extLst>
          </p:cNvPr>
          <p:cNvCxnSpPr>
            <a:stCxn id="7" idx="0"/>
            <a:endCxn id="13" idx="2"/>
          </p:cNvCxnSpPr>
          <p:nvPr/>
        </p:nvCxnSpPr>
        <p:spPr>
          <a:xfrm flipV="1">
            <a:off x="6168711" y="2806013"/>
            <a:ext cx="0" cy="32865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496B0B29-E993-A951-E555-6D045DE70985}"/>
              </a:ext>
            </a:extLst>
          </p:cNvPr>
          <p:cNvCxnSpPr>
            <a:cxnSpLocks/>
            <a:stCxn id="18" idx="0"/>
            <a:endCxn id="9" idx="2"/>
          </p:cNvCxnSpPr>
          <p:nvPr/>
        </p:nvCxnSpPr>
        <p:spPr>
          <a:xfrm flipV="1">
            <a:off x="3207380" y="2806014"/>
            <a:ext cx="0" cy="240544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Imagen 46">
            <a:extLst>
              <a:ext uri="{FF2B5EF4-FFF2-40B4-BE49-F238E27FC236}">
                <a16:creationId xmlns:a16="http://schemas.microsoft.com/office/drawing/2014/main" id="{8D3B5CD4-0AEE-F938-A989-3760835AF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888" y="2926286"/>
            <a:ext cx="1079156" cy="1079156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:a16="http://schemas.microsoft.com/office/drawing/2014/main" id="{CD30E9B1-0AC0-87F6-7A2E-FFA814E07C38}"/>
              </a:ext>
            </a:extLst>
          </p:cNvPr>
          <p:cNvSpPr txBox="1"/>
          <p:nvPr/>
        </p:nvSpPr>
        <p:spPr>
          <a:xfrm>
            <a:off x="8770129" y="3173476"/>
            <a:ext cx="31170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/>
              <a:t>1: Cliente aceptará opción</a:t>
            </a:r>
          </a:p>
          <a:p>
            <a:r>
              <a:rPr lang="es-CO" sz="1600" b="1" dirty="0"/>
              <a:t>0: Cliente no aceptará opción</a:t>
            </a:r>
          </a:p>
        </p:txBody>
      </p:sp>
    </p:spTree>
    <p:extLst>
      <p:ext uri="{BB962C8B-B14F-4D97-AF65-F5344CB8AC3E}">
        <p14:creationId xmlns:p14="http://schemas.microsoft.com/office/powerpoint/2010/main" val="1427217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68ABA70-248B-0D12-832B-D7AED0B4C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677" y="532397"/>
            <a:ext cx="728414" cy="72841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76E3629-E96D-BF13-55C1-E1A0A6A152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88" t="11817" r="11778" b="13209"/>
          <a:stretch/>
        </p:blipFill>
        <p:spPr>
          <a:xfrm>
            <a:off x="4534242" y="4173994"/>
            <a:ext cx="600161" cy="58562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BF1AED7-28BF-137C-5FB9-FC97DCFF2337}"/>
              </a:ext>
            </a:extLst>
          </p:cNvPr>
          <p:cNvSpPr txBox="1"/>
          <p:nvPr/>
        </p:nvSpPr>
        <p:spPr>
          <a:xfrm>
            <a:off x="4238183" y="4831178"/>
            <a:ext cx="1192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Registro logs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1C67617-E1F0-99AC-EFC9-9AE1AD74405A}"/>
              </a:ext>
            </a:extLst>
          </p:cNvPr>
          <p:cNvSpPr txBox="1"/>
          <p:nvPr/>
        </p:nvSpPr>
        <p:spPr>
          <a:xfrm>
            <a:off x="4129964" y="2827651"/>
            <a:ext cx="109273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100" b="1" dirty="0">
                <a:solidFill>
                  <a:srgbClr val="2C2A28"/>
                </a:solidFill>
                <a:latin typeface="CIBFont Sans Light" panose="020B0603020202020104" pitchFamily="34" charset="0"/>
              </a:rPr>
              <a:t>Modulo predicción</a:t>
            </a:r>
            <a:endParaRPr kumimoji="0" lang="es-CO" sz="1100" b="1" i="0" u="none" strike="noStrike" kern="1200" cap="none" spc="0" normalizeH="0" baseline="0" noProof="0" dirty="0">
              <a:ln>
                <a:noFill/>
              </a:ln>
              <a:solidFill>
                <a:srgbClr val="2C2A28"/>
              </a:solidFill>
              <a:effectLst/>
              <a:uLnTx/>
              <a:uFillTx/>
              <a:latin typeface="CIBFont Sans Light" panose="020B0603020202020104" pitchFamily="34" charset="0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EE9175A-D4A7-5BC0-DCD7-E73FF82EC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067" y="2155919"/>
            <a:ext cx="631227" cy="631227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C777745A-313B-E513-F052-0025327CCF14}"/>
              </a:ext>
            </a:extLst>
          </p:cNvPr>
          <p:cNvSpPr/>
          <p:nvPr/>
        </p:nvSpPr>
        <p:spPr>
          <a:xfrm>
            <a:off x="2139362" y="1961516"/>
            <a:ext cx="3075129" cy="13535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3B41486-FA36-17FD-B0FD-CE60D1366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6664" y="2798813"/>
            <a:ext cx="672146" cy="672146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D7ECFA08-B4CA-1908-BF70-ECF6805111D2}"/>
              </a:ext>
            </a:extLst>
          </p:cNvPr>
          <p:cNvSpPr txBox="1"/>
          <p:nvPr/>
        </p:nvSpPr>
        <p:spPr>
          <a:xfrm>
            <a:off x="4617769" y="3410251"/>
            <a:ext cx="1409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Calendarización</a:t>
            </a:r>
          </a:p>
        </p:txBody>
      </p: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F247FA55-6BD1-E033-0461-DB1361AF8413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1665967" y="1397727"/>
            <a:ext cx="638041" cy="364207"/>
          </a:xfrm>
          <a:prstGeom prst="bentConnector3">
            <a:avLst>
              <a:gd name="adj1" fmla="val 50000"/>
            </a:avLst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E4488CE-BD27-2AA7-6AE8-6E1F8A22B174}"/>
              </a:ext>
            </a:extLst>
          </p:cNvPr>
          <p:cNvSpPr txBox="1"/>
          <p:nvPr/>
        </p:nvSpPr>
        <p:spPr>
          <a:xfrm>
            <a:off x="951848" y="90466"/>
            <a:ext cx="170207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Notificación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Resumen ejecución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BE24123D-2A80-E8F2-759A-B406450DDA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88" t="11817" r="11778" b="13209"/>
          <a:stretch/>
        </p:blipFill>
        <p:spPr>
          <a:xfrm>
            <a:off x="3391192" y="4173994"/>
            <a:ext cx="600161" cy="585629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38B18DFA-59AC-CE2F-3890-5506F149A396}"/>
              </a:ext>
            </a:extLst>
          </p:cNvPr>
          <p:cNvSpPr txBox="1"/>
          <p:nvPr/>
        </p:nvSpPr>
        <p:spPr>
          <a:xfrm>
            <a:off x="3095133" y="4811844"/>
            <a:ext cx="1192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Maestro validaciones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266ECF1D-5B33-C7BD-F4CC-181C85366C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88" t="11817" r="11778" b="13209"/>
          <a:stretch/>
        </p:blipFill>
        <p:spPr>
          <a:xfrm>
            <a:off x="5855835" y="2173908"/>
            <a:ext cx="600161" cy="585629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82DDCA7D-474F-5375-4EA4-BFB99064E15C}"/>
              </a:ext>
            </a:extLst>
          </p:cNvPr>
          <p:cNvSpPr txBox="1"/>
          <p:nvPr/>
        </p:nvSpPr>
        <p:spPr>
          <a:xfrm>
            <a:off x="5559778" y="2759537"/>
            <a:ext cx="1192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Predicciones históricas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8BF9BD55-3522-0C73-0223-026D49827A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88" t="11817" r="11778" b="13209"/>
          <a:stretch/>
        </p:blipFill>
        <p:spPr>
          <a:xfrm>
            <a:off x="6344759" y="518925"/>
            <a:ext cx="600161" cy="585629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E21F6158-EC45-402E-161D-E3B0C62B4F06}"/>
              </a:ext>
            </a:extLst>
          </p:cNvPr>
          <p:cNvSpPr txBox="1"/>
          <p:nvPr/>
        </p:nvSpPr>
        <p:spPr>
          <a:xfrm>
            <a:off x="6048700" y="1080072"/>
            <a:ext cx="1192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Otros insumos proceso</a:t>
            </a:r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213298A3-D9DD-D864-AE60-008B9A52DF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88" t="11817" r="11778" b="13209"/>
          <a:stretch/>
        </p:blipFill>
        <p:spPr>
          <a:xfrm>
            <a:off x="2192575" y="4173994"/>
            <a:ext cx="600161" cy="585629"/>
          </a:xfrm>
          <a:prstGeom prst="rect">
            <a:avLst/>
          </a:prstGeom>
        </p:spPr>
      </p:pic>
      <p:sp>
        <p:nvSpPr>
          <p:cNvPr id="42" name="CuadroTexto 41">
            <a:extLst>
              <a:ext uri="{FF2B5EF4-FFF2-40B4-BE49-F238E27FC236}">
                <a16:creationId xmlns:a16="http://schemas.microsoft.com/office/drawing/2014/main" id="{D9549667-1256-50C0-8425-E261C8441342}"/>
              </a:ext>
            </a:extLst>
          </p:cNvPr>
          <p:cNvSpPr txBox="1"/>
          <p:nvPr/>
        </p:nvSpPr>
        <p:spPr>
          <a:xfrm>
            <a:off x="1896516" y="4811845"/>
            <a:ext cx="1192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Métricas</a:t>
            </a:r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908E18E9-5E55-9701-4322-F61B006C60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4727" y="2162196"/>
            <a:ext cx="615167" cy="615167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F0410392-0E84-95C8-1D5D-EE6D646B03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2769" y="5698801"/>
            <a:ext cx="728312" cy="728312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:a16="http://schemas.microsoft.com/office/drawing/2014/main" id="{952E2A2D-9E04-43AE-BF79-CE632CADAA80}"/>
              </a:ext>
            </a:extLst>
          </p:cNvPr>
          <p:cNvSpPr txBox="1"/>
          <p:nvPr/>
        </p:nvSpPr>
        <p:spPr>
          <a:xfrm>
            <a:off x="3080787" y="2830789"/>
            <a:ext cx="1192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Modulo reentrenamiento</a:t>
            </a:r>
          </a:p>
        </p:txBody>
      </p:sp>
      <p:cxnSp>
        <p:nvCxnSpPr>
          <p:cNvPr id="56" name="Conector: angular 55">
            <a:extLst>
              <a:ext uri="{FF2B5EF4-FFF2-40B4-BE49-F238E27FC236}">
                <a16:creationId xmlns:a16="http://schemas.microsoft.com/office/drawing/2014/main" id="{16F828D3-6B89-6915-7EF7-61A955E97EF0}"/>
              </a:ext>
            </a:extLst>
          </p:cNvPr>
          <p:cNvCxnSpPr>
            <a:cxnSpLocks/>
            <a:stCxn id="108" idx="2"/>
          </p:cNvCxnSpPr>
          <p:nvPr/>
        </p:nvCxnSpPr>
        <p:spPr>
          <a:xfrm rot="16200000" flipH="1">
            <a:off x="2976781" y="1737857"/>
            <a:ext cx="236325" cy="206522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0" name="Imagen 59">
            <a:extLst>
              <a:ext uri="{FF2B5EF4-FFF2-40B4-BE49-F238E27FC236}">
                <a16:creationId xmlns:a16="http://schemas.microsoft.com/office/drawing/2014/main" id="{9D65DA98-21F8-74EB-612B-FD772E2C16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5345" y="2128555"/>
            <a:ext cx="676337" cy="676337"/>
          </a:xfrm>
          <a:prstGeom prst="rect">
            <a:avLst/>
          </a:prstGeom>
        </p:spPr>
      </p:pic>
      <p:sp>
        <p:nvSpPr>
          <p:cNvPr id="62" name="CuadroTexto 61">
            <a:extLst>
              <a:ext uri="{FF2B5EF4-FFF2-40B4-BE49-F238E27FC236}">
                <a16:creationId xmlns:a16="http://schemas.microsoft.com/office/drawing/2014/main" id="{960ABA7C-C2FB-E340-3365-23788903EB72}"/>
              </a:ext>
            </a:extLst>
          </p:cNvPr>
          <p:cNvSpPr txBox="1"/>
          <p:nvPr/>
        </p:nvSpPr>
        <p:spPr>
          <a:xfrm>
            <a:off x="2057374" y="2826201"/>
            <a:ext cx="1192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Modulo Monitoreo</a:t>
            </a:r>
          </a:p>
        </p:txBody>
      </p:sp>
      <p:pic>
        <p:nvPicPr>
          <p:cNvPr id="65" name="Imagen 64">
            <a:extLst>
              <a:ext uri="{FF2B5EF4-FFF2-40B4-BE49-F238E27FC236}">
                <a16:creationId xmlns:a16="http://schemas.microsoft.com/office/drawing/2014/main" id="{45F7A532-3338-99E7-51FA-0EF722618E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88" t="11817" r="11778" b="13209"/>
          <a:stretch/>
        </p:blipFill>
        <p:spPr>
          <a:xfrm>
            <a:off x="813394" y="1746635"/>
            <a:ext cx="600161" cy="585629"/>
          </a:xfrm>
          <a:prstGeom prst="rect">
            <a:avLst/>
          </a:prstGeom>
        </p:spPr>
      </p:pic>
      <p:sp>
        <p:nvSpPr>
          <p:cNvPr id="67" name="CuadroTexto 66">
            <a:extLst>
              <a:ext uri="{FF2B5EF4-FFF2-40B4-BE49-F238E27FC236}">
                <a16:creationId xmlns:a16="http://schemas.microsoft.com/office/drawing/2014/main" id="{AA0058B5-2C39-AF35-80C2-B31D97F9053C}"/>
              </a:ext>
            </a:extLst>
          </p:cNvPr>
          <p:cNvSpPr txBox="1"/>
          <p:nvPr/>
        </p:nvSpPr>
        <p:spPr>
          <a:xfrm>
            <a:off x="517335" y="2341957"/>
            <a:ext cx="1192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Parámetros reentrenamiento</a:t>
            </a:r>
          </a:p>
        </p:txBody>
      </p:sp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7726280F-BD7D-BFF9-EEAC-31E5EEA5FD7B}"/>
              </a:ext>
            </a:extLst>
          </p:cNvPr>
          <p:cNvCxnSpPr>
            <a:stCxn id="60" idx="3"/>
            <a:endCxn id="44" idx="1"/>
          </p:cNvCxnSpPr>
          <p:nvPr/>
        </p:nvCxnSpPr>
        <p:spPr>
          <a:xfrm>
            <a:off x="2991682" y="2466724"/>
            <a:ext cx="413045" cy="3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8431F745-151C-9AF6-D454-9FB33F0C36BF}"/>
              </a:ext>
            </a:extLst>
          </p:cNvPr>
          <p:cNvCxnSpPr>
            <a:cxnSpLocks/>
            <a:stCxn id="5" idx="3"/>
            <a:endCxn id="32" idx="1"/>
          </p:cNvCxnSpPr>
          <p:nvPr/>
        </p:nvCxnSpPr>
        <p:spPr>
          <a:xfrm flipV="1">
            <a:off x="5006294" y="2466723"/>
            <a:ext cx="849541" cy="4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Conector: angular 84">
            <a:extLst>
              <a:ext uri="{FF2B5EF4-FFF2-40B4-BE49-F238E27FC236}">
                <a16:creationId xmlns:a16="http://schemas.microsoft.com/office/drawing/2014/main" id="{025D527C-55EE-65D0-ACE3-1363A7B47877}"/>
              </a:ext>
            </a:extLst>
          </p:cNvPr>
          <p:cNvCxnSpPr>
            <a:cxnSpLocks/>
            <a:stCxn id="32" idx="3"/>
            <a:endCxn id="18" idx="0"/>
          </p:cNvCxnSpPr>
          <p:nvPr/>
        </p:nvCxnSpPr>
        <p:spPr>
          <a:xfrm flipH="1" flipV="1">
            <a:off x="3676927" y="1961516"/>
            <a:ext cx="2779069" cy="505207"/>
          </a:xfrm>
          <a:prstGeom prst="bentConnector4">
            <a:avLst>
              <a:gd name="adj1" fmla="val -8226"/>
              <a:gd name="adj2" fmla="val 14524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6" name="Imagen 105">
            <a:extLst>
              <a:ext uri="{FF2B5EF4-FFF2-40B4-BE49-F238E27FC236}">
                <a16:creationId xmlns:a16="http://schemas.microsoft.com/office/drawing/2014/main" id="{A6F76C46-A925-4FFC-FA25-1BEE005CB6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71621" y="705729"/>
            <a:ext cx="853007" cy="853007"/>
          </a:xfrm>
          <a:prstGeom prst="rect">
            <a:avLst/>
          </a:prstGeom>
        </p:spPr>
      </p:pic>
      <p:sp>
        <p:nvSpPr>
          <p:cNvPr id="108" name="CuadroTexto 107">
            <a:extLst>
              <a:ext uri="{FF2B5EF4-FFF2-40B4-BE49-F238E27FC236}">
                <a16:creationId xmlns:a16="http://schemas.microsoft.com/office/drawing/2014/main" id="{7FF76BA3-A337-73D5-F5AC-26AD7360A25F}"/>
              </a:ext>
            </a:extLst>
          </p:cNvPr>
          <p:cNvSpPr txBox="1"/>
          <p:nvPr/>
        </p:nvSpPr>
        <p:spPr>
          <a:xfrm>
            <a:off x="2395543" y="1461346"/>
            <a:ext cx="1192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100" b="1" dirty="0">
                <a:solidFill>
                  <a:srgbClr val="2C2A28"/>
                </a:solidFill>
                <a:latin typeface="CIBFont Sans Light" panose="020B0603020202020104" pitchFamily="34" charset="0"/>
              </a:rPr>
              <a:t>Model </a:t>
            </a:r>
            <a:r>
              <a:rPr lang="es-CO" sz="1100" b="1" dirty="0" err="1">
                <a:solidFill>
                  <a:srgbClr val="2C2A28"/>
                </a:solidFill>
                <a:latin typeface="CIBFont Sans Light" panose="020B0603020202020104" pitchFamily="34" charset="0"/>
              </a:rPr>
              <a:t>Registry</a:t>
            </a:r>
            <a:endParaRPr lang="es-CO" sz="1100" b="1" dirty="0">
              <a:solidFill>
                <a:srgbClr val="2C2A28"/>
              </a:solidFill>
              <a:latin typeface="CIBFont Sans Light" panose="020B0603020202020104" pitchFamily="34" charset="0"/>
            </a:endParaRP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9BADDA5D-37AB-3106-9D52-A019B31D102E}"/>
              </a:ext>
            </a:extLst>
          </p:cNvPr>
          <p:cNvSpPr/>
          <p:nvPr/>
        </p:nvSpPr>
        <p:spPr>
          <a:xfrm>
            <a:off x="1999318" y="3936462"/>
            <a:ext cx="3360057" cy="1353587"/>
          </a:xfrm>
          <a:prstGeom prst="rect">
            <a:avLst/>
          </a:prstGeom>
          <a:noFill/>
          <a:ln>
            <a:solidFill>
              <a:srgbClr val="4DD0E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2FFB67E2-EAE5-735E-3B23-10A0141008F9}"/>
              </a:ext>
            </a:extLst>
          </p:cNvPr>
          <p:cNvCxnSpPr>
            <a:cxnSpLocks/>
            <a:stCxn id="18" idx="2"/>
            <a:endCxn id="110" idx="0"/>
          </p:cNvCxnSpPr>
          <p:nvPr/>
        </p:nvCxnSpPr>
        <p:spPr>
          <a:xfrm>
            <a:off x="3676927" y="3315103"/>
            <a:ext cx="2420" cy="621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1" name="Rectángulo 120">
            <a:extLst>
              <a:ext uri="{FF2B5EF4-FFF2-40B4-BE49-F238E27FC236}">
                <a16:creationId xmlns:a16="http://schemas.microsoft.com/office/drawing/2014/main" id="{AB83DE2A-3DE5-F0B8-0558-D28E6D3CDA00}"/>
              </a:ext>
            </a:extLst>
          </p:cNvPr>
          <p:cNvSpPr/>
          <p:nvPr/>
        </p:nvSpPr>
        <p:spPr>
          <a:xfrm>
            <a:off x="535035" y="1637899"/>
            <a:ext cx="1172157" cy="2005668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23" name="Imagen 122">
            <a:extLst>
              <a:ext uri="{FF2B5EF4-FFF2-40B4-BE49-F238E27FC236}">
                <a16:creationId xmlns:a16="http://schemas.microsoft.com/office/drawing/2014/main" id="{E38F3E25-6D80-551C-BB15-9CA1E46643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88" t="11817" r="11778" b="13209"/>
          <a:stretch/>
        </p:blipFill>
        <p:spPr>
          <a:xfrm>
            <a:off x="813394" y="2775445"/>
            <a:ext cx="600161" cy="585629"/>
          </a:xfrm>
          <a:prstGeom prst="rect">
            <a:avLst/>
          </a:prstGeom>
        </p:spPr>
      </p:pic>
      <p:sp>
        <p:nvSpPr>
          <p:cNvPr id="125" name="CuadroTexto 124">
            <a:extLst>
              <a:ext uri="{FF2B5EF4-FFF2-40B4-BE49-F238E27FC236}">
                <a16:creationId xmlns:a16="http://schemas.microsoft.com/office/drawing/2014/main" id="{0AEEB7A8-0285-8085-C9FC-14708FCABB5D}"/>
              </a:ext>
            </a:extLst>
          </p:cNvPr>
          <p:cNvSpPr txBox="1"/>
          <p:nvPr/>
        </p:nvSpPr>
        <p:spPr>
          <a:xfrm>
            <a:off x="649085" y="3383162"/>
            <a:ext cx="9287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Insumos</a:t>
            </a:r>
          </a:p>
        </p:txBody>
      </p:sp>
      <p:cxnSp>
        <p:nvCxnSpPr>
          <p:cNvPr id="126" name="Conector recto de flecha 125">
            <a:extLst>
              <a:ext uri="{FF2B5EF4-FFF2-40B4-BE49-F238E27FC236}">
                <a16:creationId xmlns:a16="http://schemas.microsoft.com/office/drawing/2014/main" id="{6BDD3180-C51B-B339-3D6A-EE4AFB474CD3}"/>
              </a:ext>
            </a:extLst>
          </p:cNvPr>
          <p:cNvCxnSpPr>
            <a:cxnSpLocks/>
            <a:stCxn id="121" idx="3"/>
            <a:endCxn id="18" idx="1"/>
          </p:cNvCxnSpPr>
          <p:nvPr/>
        </p:nvCxnSpPr>
        <p:spPr>
          <a:xfrm flipV="1">
            <a:off x="1707192" y="2638310"/>
            <a:ext cx="432170" cy="2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5" name="Imagen 134">
            <a:extLst>
              <a:ext uri="{FF2B5EF4-FFF2-40B4-BE49-F238E27FC236}">
                <a16:creationId xmlns:a16="http://schemas.microsoft.com/office/drawing/2014/main" id="{ED48D062-E319-DB93-CBEE-9464DDC615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3880" y="1929775"/>
            <a:ext cx="758275" cy="758275"/>
          </a:xfrm>
          <a:prstGeom prst="rect">
            <a:avLst/>
          </a:prstGeom>
        </p:spPr>
      </p:pic>
      <p:cxnSp>
        <p:nvCxnSpPr>
          <p:cNvPr id="136" name="Conector recto de flecha 135">
            <a:extLst>
              <a:ext uri="{FF2B5EF4-FFF2-40B4-BE49-F238E27FC236}">
                <a16:creationId xmlns:a16="http://schemas.microsoft.com/office/drawing/2014/main" id="{8A1948DE-BFCA-4859-5E6A-EA3B14E072FB}"/>
              </a:ext>
            </a:extLst>
          </p:cNvPr>
          <p:cNvCxnSpPr>
            <a:cxnSpLocks/>
            <a:stCxn id="110" idx="2"/>
            <a:endCxn id="46" idx="0"/>
          </p:cNvCxnSpPr>
          <p:nvPr/>
        </p:nvCxnSpPr>
        <p:spPr>
          <a:xfrm flipH="1">
            <a:off x="3676925" y="5290049"/>
            <a:ext cx="2422" cy="408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CuadroTexto 140">
            <a:extLst>
              <a:ext uri="{FF2B5EF4-FFF2-40B4-BE49-F238E27FC236}">
                <a16:creationId xmlns:a16="http://schemas.microsoft.com/office/drawing/2014/main" id="{C0552047-56D7-9ACE-A3D9-220BFB14825E}"/>
              </a:ext>
            </a:extLst>
          </p:cNvPr>
          <p:cNvSpPr txBox="1"/>
          <p:nvPr/>
        </p:nvSpPr>
        <p:spPr>
          <a:xfrm>
            <a:off x="3041325" y="6427113"/>
            <a:ext cx="12998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Monitoreo proceso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2C2A2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3" name="Imagen 142">
            <a:extLst>
              <a:ext uri="{FF2B5EF4-FFF2-40B4-BE49-F238E27FC236}">
                <a16:creationId xmlns:a16="http://schemas.microsoft.com/office/drawing/2014/main" id="{3C9E6016-29CF-B49D-A3D2-F6FDA58C200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42502" y="5620833"/>
            <a:ext cx="886856" cy="886856"/>
          </a:xfrm>
          <a:prstGeom prst="rect">
            <a:avLst/>
          </a:prstGeom>
        </p:spPr>
      </p:pic>
      <p:sp>
        <p:nvSpPr>
          <p:cNvPr id="145" name="CuadroTexto 144">
            <a:extLst>
              <a:ext uri="{FF2B5EF4-FFF2-40B4-BE49-F238E27FC236}">
                <a16:creationId xmlns:a16="http://schemas.microsoft.com/office/drawing/2014/main" id="{4BB3B60C-17D0-7CF6-C89B-630E1E63CA33}"/>
              </a:ext>
            </a:extLst>
          </p:cNvPr>
          <p:cNvSpPr txBox="1"/>
          <p:nvPr/>
        </p:nvSpPr>
        <p:spPr>
          <a:xfrm>
            <a:off x="1735984" y="6468294"/>
            <a:ext cx="12998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Soporte modelo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2C2A2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Rectángulo 146">
            <a:extLst>
              <a:ext uri="{FF2B5EF4-FFF2-40B4-BE49-F238E27FC236}">
                <a16:creationId xmlns:a16="http://schemas.microsoft.com/office/drawing/2014/main" id="{A54CA85A-0B65-DC44-89C8-2194062D0F6B}"/>
              </a:ext>
            </a:extLst>
          </p:cNvPr>
          <p:cNvSpPr/>
          <p:nvPr/>
        </p:nvSpPr>
        <p:spPr>
          <a:xfrm>
            <a:off x="7077152" y="1821599"/>
            <a:ext cx="1284058" cy="12875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49" name="Imagen 148">
            <a:extLst>
              <a:ext uri="{FF2B5EF4-FFF2-40B4-BE49-F238E27FC236}">
                <a16:creationId xmlns:a16="http://schemas.microsoft.com/office/drawing/2014/main" id="{C6676A52-8C3A-2095-BD11-C56E4DAD88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6351" y="1449024"/>
            <a:ext cx="672146" cy="672146"/>
          </a:xfrm>
          <a:prstGeom prst="rect">
            <a:avLst/>
          </a:prstGeom>
        </p:spPr>
      </p:pic>
      <p:sp>
        <p:nvSpPr>
          <p:cNvPr id="151" name="CuadroTexto 150">
            <a:extLst>
              <a:ext uri="{FF2B5EF4-FFF2-40B4-BE49-F238E27FC236}">
                <a16:creationId xmlns:a16="http://schemas.microsoft.com/office/drawing/2014/main" id="{E2715151-4D7C-A37F-D2DC-F05F2E999D80}"/>
              </a:ext>
            </a:extLst>
          </p:cNvPr>
          <p:cNvSpPr txBox="1"/>
          <p:nvPr/>
        </p:nvSpPr>
        <p:spPr>
          <a:xfrm>
            <a:off x="7883939" y="1160998"/>
            <a:ext cx="1409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Calendarización</a:t>
            </a:r>
          </a:p>
        </p:txBody>
      </p: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ABBC99CE-6707-CBEF-1AA1-A56A53877323}"/>
              </a:ext>
            </a:extLst>
          </p:cNvPr>
          <p:cNvSpPr txBox="1"/>
          <p:nvPr/>
        </p:nvSpPr>
        <p:spPr>
          <a:xfrm>
            <a:off x="7114568" y="2649882"/>
            <a:ext cx="1192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Modulo marca clientes</a:t>
            </a:r>
          </a:p>
        </p:txBody>
      </p:sp>
      <p:cxnSp>
        <p:nvCxnSpPr>
          <p:cNvPr id="154" name="Conector recto de flecha 153">
            <a:extLst>
              <a:ext uri="{FF2B5EF4-FFF2-40B4-BE49-F238E27FC236}">
                <a16:creationId xmlns:a16="http://schemas.microsoft.com/office/drawing/2014/main" id="{97D80912-ECB2-119B-764C-32C461BDA1D2}"/>
              </a:ext>
            </a:extLst>
          </p:cNvPr>
          <p:cNvCxnSpPr>
            <a:cxnSpLocks/>
            <a:stCxn id="46" idx="1"/>
            <a:endCxn id="143" idx="3"/>
          </p:cNvCxnSpPr>
          <p:nvPr/>
        </p:nvCxnSpPr>
        <p:spPr>
          <a:xfrm flipH="1">
            <a:off x="2829358" y="6062957"/>
            <a:ext cx="483411" cy="1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8" name="Imagen 157">
            <a:extLst>
              <a:ext uri="{FF2B5EF4-FFF2-40B4-BE49-F238E27FC236}">
                <a16:creationId xmlns:a16="http://schemas.microsoft.com/office/drawing/2014/main" id="{079594A5-9488-B68E-207A-9BC34C715A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7850" y="453465"/>
            <a:ext cx="886856" cy="886856"/>
          </a:xfrm>
          <a:prstGeom prst="rect">
            <a:avLst/>
          </a:prstGeom>
        </p:spPr>
      </p:pic>
      <p:sp>
        <p:nvSpPr>
          <p:cNvPr id="160" name="CuadroTexto 159">
            <a:extLst>
              <a:ext uri="{FF2B5EF4-FFF2-40B4-BE49-F238E27FC236}">
                <a16:creationId xmlns:a16="http://schemas.microsoft.com/office/drawing/2014/main" id="{53988D05-60B2-5659-685D-499A8D045A6E}"/>
              </a:ext>
            </a:extLst>
          </p:cNvPr>
          <p:cNvSpPr txBox="1"/>
          <p:nvPr/>
        </p:nvSpPr>
        <p:spPr>
          <a:xfrm>
            <a:off x="-224368" y="1300926"/>
            <a:ext cx="12998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Soporte modelo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2C2A2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2" name="Conector recto de flecha 161">
            <a:extLst>
              <a:ext uri="{FF2B5EF4-FFF2-40B4-BE49-F238E27FC236}">
                <a16:creationId xmlns:a16="http://schemas.microsoft.com/office/drawing/2014/main" id="{09938D57-9625-5E24-45C8-E6E43D7BEFD9}"/>
              </a:ext>
            </a:extLst>
          </p:cNvPr>
          <p:cNvCxnSpPr>
            <a:cxnSpLocks/>
            <a:stCxn id="7" idx="1"/>
            <a:endCxn id="158" idx="3"/>
          </p:cNvCxnSpPr>
          <p:nvPr/>
        </p:nvCxnSpPr>
        <p:spPr>
          <a:xfrm flipH="1">
            <a:off x="869006" y="896604"/>
            <a:ext cx="569671" cy="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Conector: angular 168">
            <a:extLst>
              <a:ext uri="{FF2B5EF4-FFF2-40B4-BE49-F238E27FC236}">
                <a16:creationId xmlns:a16="http://schemas.microsoft.com/office/drawing/2014/main" id="{A77DB474-5E8E-56D5-7281-5E3A98B7FDCB}"/>
              </a:ext>
            </a:extLst>
          </p:cNvPr>
          <p:cNvCxnSpPr>
            <a:cxnSpLocks/>
            <a:stCxn id="36" idx="3"/>
            <a:endCxn id="147" idx="0"/>
          </p:cNvCxnSpPr>
          <p:nvPr/>
        </p:nvCxnSpPr>
        <p:spPr>
          <a:xfrm>
            <a:off x="6944920" y="811740"/>
            <a:ext cx="774261" cy="100985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3" name="Imagen 172">
            <a:extLst>
              <a:ext uri="{FF2B5EF4-FFF2-40B4-BE49-F238E27FC236}">
                <a16:creationId xmlns:a16="http://schemas.microsoft.com/office/drawing/2014/main" id="{64A85F86-CA7C-3132-0E39-22EA001E6A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88" t="11817" r="11778" b="13209"/>
          <a:stretch/>
        </p:blipFill>
        <p:spPr>
          <a:xfrm>
            <a:off x="7414411" y="3552367"/>
            <a:ext cx="600161" cy="585629"/>
          </a:xfrm>
          <a:prstGeom prst="rect">
            <a:avLst/>
          </a:prstGeom>
        </p:spPr>
      </p:pic>
      <p:sp>
        <p:nvSpPr>
          <p:cNvPr id="175" name="CuadroTexto 174">
            <a:extLst>
              <a:ext uri="{FF2B5EF4-FFF2-40B4-BE49-F238E27FC236}">
                <a16:creationId xmlns:a16="http://schemas.microsoft.com/office/drawing/2014/main" id="{0DCAA332-F5FB-E55A-34B9-1BD409413039}"/>
              </a:ext>
            </a:extLst>
          </p:cNvPr>
          <p:cNvSpPr txBox="1"/>
          <p:nvPr/>
        </p:nvSpPr>
        <p:spPr>
          <a:xfrm>
            <a:off x="7117422" y="4147010"/>
            <a:ext cx="1192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100" b="1" dirty="0">
                <a:solidFill>
                  <a:srgbClr val="2C2A28"/>
                </a:solidFill>
                <a:latin typeface="CIBFont Sans Light" panose="020B0603020202020104" pitchFamily="34" charset="0"/>
              </a:rPr>
              <a:t>Conocimiento cliente</a:t>
            </a:r>
            <a:endParaRPr kumimoji="0" lang="es-CO" sz="1100" b="1" i="0" u="none" strike="noStrike" kern="1200" cap="none" spc="0" normalizeH="0" baseline="0" noProof="0" dirty="0">
              <a:ln>
                <a:noFill/>
              </a:ln>
              <a:solidFill>
                <a:srgbClr val="2C2A28"/>
              </a:solidFill>
              <a:effectLst/>
              <a:uLnTx/>
              <a:uFillTx/>
              <a:latin typeface="CIBFont Sans Light" panose="020B0603020202020104" pitchFamily="34" charset="0"/>
              <a:ea typeface="+mn-ea"/>
              <a:cs typeface="+mn-cs"/>
            </a:endParaRPr>
          </a:p>
        </p:txBody>
      </p:sp>
      <p:cxnSp>
        <p:nvCxnSpPr>
          <p:cNvPr id="177" name="Conector recto de flecha 176">
            <a:extLst>
              <a:ext uri="{FF2B5EF4-FFF2-40B4-BE49-F238E27FC236}">
                <a16:creationId xmlns:a16="http://schemas.microsoft.com/office/drawing/2014/main" id="{40A1DF30-7359-1BC0-DF08-8AA004E13BCE}"/>
              </a:ext>
            </a:extLst>
          </p:cNvPr>
          <p:cNvCxnSpPr>
            <a:cxnSpLocks/>
            <a:stCxn id="147" idx="2"/>
            <a:endCxn id="173" idx="0"/>
          </p:cNvCxnSpPr>
          <p:nvPr/>
        </p:nvCxnSpPr>
        <p:spPr>
          <a:xfrm flipH="1">
            <a:off x="7714492" y="3109182"/>
            <a:ext cx="4689" cy="443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Conector recto de flecha 181">
            <a:extLst>
              <a:ext uri="{FF2B5EF4-FFF2-40B4-BE49-F238E27FC236}">
                <a16:creationId xmlns:a16="http://schemas.microsoft.com/office/drawing/2014/main" id="{0835821E-CCF5-E7E3-58D3-A177B47887DC}"/>
              </a:ext>
            </a:extLst>
          </p:cNvPr>
          <p:cNvCxnSpPr>
            <a:cxnSpLocks/>
            <a:stCxn id="32" idx="3"/>
            <a:endCxn id="147" idx="1"/>
          </p:cNvCxnSpPr>
          <p:nvPr/>
        </p:nvCxnSpPr>
        <p:spPr>
          <a:xfrm flipV="1">
            <a:off x="6455996" y="2465391"/>
            <a:ext cx="621156" cy="1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86" name="Imagen 185">
            <a:extLst>
              <a:ext uri="{FF2B5EF4-FFF2-40B4-BE49-F238E27FC236}">
                <a16:creationId xmlns:a16="http://schemas.microsoft.com/office/drawing/2014/main" id="{EB0BBBC6-2924-5F18-5622-3636E88F88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57054" y="3546302"/>
            <a:ext cx="600161" cy="600161"/>
          </a:xfrm>
          <a:prstGeom prst="rect">
            <a:avLst/>
          </a:prstGeom>
        </p:spPr>
      </p:pic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E24F6E07-7413-2148-74CB-B20E43176279}"/>
              </a:ext>
            </a:extLst>
          </p:cNvPr>
          <p:cNvCxnSpPr>
            <a:cxnSpLocks/>
            <a:stCxn id="173" idx="3"/>
            <a:endCxn id="186" idx="1"/>
          </p:cNvCxnSpPr>
          <p:nvPr/>
        </p:nvCxnSpPr>
        <p:spPr>
          <a:xfrm>
            <a:off x="8014572" y="3845182"/>
            <a:ext cx="642482" cy="1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2" name="CuadroTexto 191">
            <a:extLst>
              <a:ext uri="{FF2B5EF4-FFF2-40B4-BE49-F238E27FC236}">
                <a16:creationId xmlns:a16="http://schemas.microsoft.com/office/drawing/2014/main" id="{A365CCE8-9E88-7FA8-6917-3874FD7CA63B}"/>
              </a:ext>
            </a:extLst>
          </p:cNvPr>
          <p:cNvSpPr txBox="1"/>
          <p:nvPr/>
        </p:nvSpPr>
        <p:spPr>
          <a:xfrm>
            <a:off x="8360995" y="4155476"/>
            <a:ext cx="1192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API interacción de datos</a:t>
            </a:r>
          </a:p>
        </p:txBody>
      </p:sp>
      <p:sp>
        <p:nvSpPr>
          <p:cNvPr id="194" name="Rectángulo 193">
            <a:extLst>
              <a:ext uri="{FF2B5EF4-FFF2-40B4-BE49-F238E27FC236}">
                <a16:creationId xmlns:a16="http://schemas.microsoft.com/office/drawing/2014/main" id="{D54B5B87-2831-B272-9C62-C1F882D7431B}"/>
              </a:ext>
            </a:extLst>
          </p:cNvPr>
          <p:cNvSpPr/>
          <p:nvPr/>
        </p:nvSpPr>
        <p:spPr>
          <a:xfrm>
            <a:off x="5978354" y="4297065"/>
            <a:ext cx="963331" cy="172170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98" name="Imagen 197">
            <a:extLst>
              <a:ext uri="{FF2B5EF4-FFF2-40B4-BE49-F238E27FC236}">
                <a16:creationId xmlns:a16="http://schemas.microsoft.com/office/drawing/2014/main" id="{924D48F1-4E97-9670-F68D-B60D8589BDC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5471" y="4334515"/>
            <a:ext cx="561872" cy="561872"/>
          </a:xfrm>
          <a:prstGeom prst="rect">
            <a:avLst/>
          </a:prstGeom>
        </p:spPr>
      </p:pic>
      <p:pic>
        <p:nvPicPr>
          <p:cNvPr id="200" name="Imagen 199">
            <a:extLst>
              <a:ext uri="{FF2B5EF4-FFF2-40B4-BE49-F238E27FC236}">
                <a16:creationId xmlns:a16="http://schemas.microsoft.com/office/drawing/2014/main" id="{092071F7-6AB9-4330-3C69-195905BB54D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22672" y="5157562"/>
            <a:ext cx="506189" cy="506189"/>
          </a:xfrm>
          <a:prstGeom prst="rect">
            <a:avLst/>
          </a:prstGeom>
        </p:spPr>
      </p:pic>
      <p:sp>
        <p:nvSpPr>
          <p:cNvPr id="202" name="CuadroTexto 201">
            <a:extLst>
              <a:ext uri="{FF2B5EF4-FFF2-40B4-BE49-F238E27FC236}">
                <a16:creationId xmlns:a16="http://schemas.microsoft.com/office/drawing/2014/main" id="{7AA9501E-E7E0-C3F4-FC02-FC8C32762438}"/>
              </a:ext>
            </a:extLst>
          </p:cNvPr>
          <p:cNvSpPr txBox="1"/>
          <p:nvPr/>
        </p:nvSpPr>
        <p:spPr>
          <a:xfrm>
            <a:off x="5997033" y="4793328"/>
            <a:ext cx="9547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Información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cliente</a:t>
            </a:r>
          </a:p>
        </p:txBody>
      </p:sp>
      <p:sp>
        <p:nvSpPr>
          <p:cNvPr id="207" name="CuadroTexto 206">
            <a:extLst>
              <a:ext uri="{FF2B5EF4-FFF2-40B4-BE49-F238E27FC236}">
                <a16:creationId xmlns:a16="http://schemas.microsoft.com/office/drawing/2014/main" id="{B2652191-6B3C-DAC2-2EE3-5FD5708D78C1}"/>
              </a:ext>
            </a:extLst>
          </p:cNvPr>
          <p:cNvSpPr txBox="1"/>
          <p:nvPr/>
        </p:nvSpPr>
        <p:spPr>
          <a:xfrm>
            <a:off x="6000911" y="5629069"/>
            <a:ext cx="96090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Información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productos</a:t>
            </a:r>
          </a:p>
        </p:txBody>
      </p:sp>
      <p:pic>
        <p:nvPicPr>
          <p:cNvPr id="215" name="Imagen 214">
            <a:extLst>
              <a:ext uri="{FF2B5EF4-FFF2-40B4-BE49-F238E27FC236}">
                <a16:creationId xmlns:a16="http://schemas.microsoft.com/office/drawing/2014/main" id="{A5509E8C-ABC1-665A-57B5-4A7097D6934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81533" y="3507976"/>
            <a:ext cx="691343" cy="691343"/>
          </a:xfrm>
          <a:prstGeom prst="rect">
            <a:avLst/>
          </a:prstGeom>
        </p:spPr>
      </p:pic>
      <p:sp>
        <p:nvSpPr>
          <p:cNvPr id="217" name="CuadroTexto 216">
            <a:extLst>
              <a:ext uri="{FF2B5EF4-FFF2-40B4-BE49-F238E27FC236}">
                <a16:creationId xmlns:a16="http://schemas.microsoft.com/office/drawing/2014/main" id="{8A3C556B-C1B6-69B6-8E93-96B7BC05B98D}"/>
              </a:ext>
            </a:extLst>
          </p:cNvPr>
          <p:cNvSpPr txBox="1"/>
          <p:nvPr/>
        </p:nvSpPr>
        <p:spPr>
          <a:xfrm>
            <a:off x="9636256" y="4174609"/>
            <a:ext cx="1192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MCP</a:t>
            </a:r>
          </a:p>
        </p:txBody>
      </p:sp>
      <p:cxnSp>
        <p:nvCxnSpPr>
          <p:cNvPr id="218" name="Conector recto de flecha 217">
            <a:extLst>
              <a:ext uri="{FF2B5EF4-FFF2-40B4-BE49-F238E27FC236}">
                <a16:creationId xmlns:a16="http://schemas.microsoft.com/office/drawing/2014/main" id="{AEDF9A5A-CAE9-50F3-0C2A-A6F49B9E76CB}"/>
              </a:ext>
            </a:extLst>
          </p:cNvPr>
          <p:cNvCxnSpPr>
            <a:cxnSpLocks/>
            <a:stCxn id="186" idx="3"/>
            <a:endCxn id="215" idx="1"/>
          </p:cNvCxnSpPr>
          <p:nvPr/>
        </p:nvCxnSpPr>
        <p:spPr>
          <a:xfrm>
            <a:off x="9257215" y="3846383"/>
            <a:ext cx="624318" cy="726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4" name="Imagen 233">
            <a:extLst>
              <a:ext uri="{FF2B5EF4-FFF2-40B4-BE49-F238E27FC236}">
                <a16:creationId xmlns:a16="http://schemas.microsoft.com/office/drawing/2014/main" id="{11D26CCE-B42C-E103-341A-CDBCB620154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08163" y="3963712"/>
            <a:ext cx="480432" cy="480432"/>
          </a:xfrm>
          <a:prstGeom prst="rect">
            <a:avLst/>
          </a:prstGeom>
        </p:spPr>
      </p:pic>
      <p:sp>
        <p:nvSpPr>
          <p:cNvPr id="236" name="CuadroTexto 235">
            <a:extLst>
              <a:ext uri="{FF2B5EF4-FFF2-40B4-BE49-F238E27FC236}">
                <a16:creationId xmlns:a16="http://schemas.microsoft.com/office/drawing/2014/main" id="{A88A3A4C-63B4-0E07-EF25-53B08FEB8297}"/>
              </a:ext>
            </a:extLst>
          </p:cNvPr>
          <p:cNvSpPr txBox="1"/>
          <p:nvPr/>
        </p:nvSpPr>
        <p:spPr>
          <a:xfrm>
            <a:off x="6058755" y="3902490"/>
            <a:ext cx="1192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Datos codificados</a:t>
            </a:r>
          </a:p>
        </p:txBody>
      </p:sp>
      <p:sp>
        <p:nvSpPr>
          <p:cNvPr id="253" name="Rectángulo 252">
            <a:extLst>
              <a:ext uri="{FF2B5EF4-FFF2-40B4-BE49-F238E27FC236}">
                <a16:creationId xmlns:a16="http://schemas.microsoft.com/office/drawing/2014/main" id="{4CB9E726-F6F8-0F1F-2EAC-A37011D4A2B4}"/>
              </a:ext>
            </a:extLst>
          </p:cNvPr>
          <p:cNvSpPr/>
          <p:nvPr/>
        </p:nvSpPr>
        <p:spPr>
          <a:xfrm>
            <a:off x="11235520" y="1841912"/>
            <a:ext cx="1445524" cy="94918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7" name="CuadroTexto 256">
            <a:extLst>
              <a:ext uri="{FF2B5EF4-FFF2-40B4-BE49-F238E27FC236}">
                <a16:creationId xmlns:a16="http://schemas.microsoft.com/office/drawing/2014/main" id="{DE1A30D5-84C0-0C3C-4AF5-8D8AA603A411}"/>
              </a:ext>
            </a:extLst>
          </p:cNvPr>
          <p:cNvSpPr txBox="1"/>
          <p:nvPr/>
        </p:nvSpPr>
        <p:spPr>
          <a:xfrm>
            <a:off x="11281317" y="1564518"/>
            <a:ext cx="1409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QA</a:t>
            </a:r>
          </a:p>
        </p:txBody>
      </p:sp>
      <p:sp>
        <p:nvSpPr>
          <p:cNvPr id="259" name="CuadroTexto 258">
            <a:extLst>
              <a:ext uri="{FF2B5EF4-FFF2-40B4-BE49-F238E27FC236}">
                <a16:creationId xmlns:a16="http://schemas.microsoft.com/office/drawing/2014/main" id="{DB1E4143-5AA1-DE3A-F45D-60BDCFA06CB6}"/>
              </a:ext>
            </a:extLst>
          </p:cNvPr>
          <p:cNvSpPr txBox="1"/>
          <p:nvPr/>
        </p:nvSpPr>
        <p:spPr>
          <a:xfrm>
            <a:off x="11347794" y="2550924"/>
            <a:ext cx="1192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Agente IA</a:t>
            </a:r>
          </a:p>
        </p:txBody>
      </p:sp>
      <p:pic>
        <p:nvPicPr>
          <p:cNvPr id="261" name="Imagen 260">
            <a:extLst>
              <a:ext uri="{FF2B5EF4-FFF2-40B4-BE49-F238E27FC236}">
                <a16:creationId xmlns:a16="http://schemas.microsoft.com/office/drawing/2014/main" id="{C1A59F66-7973-C0EB-7403-14C3145C5068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25616" b="25404"/>
          <a:stretch>
            <a:fillRect/>
          </a:stretch>
        </p:blipFill>
        <p:spPr>
          <a:xfrm>
            <a:off x="11338885" y="1958222"/>
            <a:ext cx="1210096" cy="592702"/>
          </a:xfrm>
          <a:prstGeom prst="rect">
            <a:avLst/>
          </a:prstGeom>
        </p:spPr>
      </p:pic>
      <p:pic>
        <p:nvPicPr>
          <p:cNvPr id="263" name="Imagen 262">
            <a:extLst>
              <a:ext uri="{FF2B5EF4-FFF2-40B4-BE49-F238E27FC236}">
                <a16:creationId xmlns:a16="http://schemas.microsoft.com/office/drawing/2014/main" id="{778E8A83-8544-2280-C967-47C8D0EAB23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02920" y="1527358"/>
            <a:ext cx="644781" cy="644781"/>
          </a:xfrm>
          <a:prstGeom prst="rect">
            <a:avLst/>
          </a:prstGeom>
        </p:spPr>
      </p:pic>
      <p:sp>
        <p:nvSpPr>
          <p:cNvPr id="265" name="Rectángulo 264">
            <a:extLst>
              <a:ext uri="{FF2B5EF4-FFF2-40B4-BE49-F238E27FC236}">
                <a16:creationId xmlns:a16="http://schemas.microsoft.com/office/drawing/2014/main" id="{A985E69D-5C07-EA2D-5E81-18A35E9C2D9D}"/>
              </a:ext>
            </a:extLst>
          </p:cNvPr>
          <p:cNvSpPr/>
          <p:nvPr/>
        </p:nvSpPr>
        <p:spPr>
          <a:xfrm>
            <a:off x="11235520" y="407046"/>
            <a:ext cx="1445524" cy="94918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7" name="CuadroTexto 266">
            <a:extLst>
              <a:ext uri="{FF2B5EF4-FFF2-40B4-BE49-F238E27FC236}">
                <a16:creationId xmlns:a16="http://schemas.microsoft.com/office/drawing/2014/main" id="{DA9D0230-1553-D7DD-3DF3-A52D9E51B08D}"/>
              </a:ext>
            </a:extLst>
          </p:cNvPr>
          <p:cNvSpPr txBox="1"/>
          <p:nvPr/>
        </p:nvSpPr>
        <p:spPr>
          <a:xfrm>
            <a:off x="11281317" y="129652"/>
            <a:ext cx="1409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Desarrollo</a:t>
            </a:r>
          </a:p>
        </p:txBody>
      </p:sp>
      <p:sp>
        <p:nvSpPr>
          <p:cNvPr id="269" name="CuadroTexto 268">
            <a:extLst>
              <a:ext uri="{FF2B5EF4-FFF2-40B4-BE49-F238E27FC236}">
                <a16:creationId xmlns:a16="http://schemas.microsoft.com/office/drawing/2014/main" id="{635F13C7-1711-0E7B-0372-E8A7E5945164}"/>
              </a:ext>
            </a:extLst>
          </p:cNvPr>
          <p:cNvSpPr txBox="1"/>
          <p:nvPr/>
        </p:nvSpPr>
        <p:spPr>
          <a:xfrm>
            <a:off x="11390146" y="1100553"/>
            <a:ext cx="1192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Agente IA</a:t>
            </a:r>
          </a:p>
        </p:txBody>
      </p:sp>
      <p:pic>
        <p:nvPicPr>
          <p:cNvPr id="271" name="Imagen 270">
            <a:extLst>
              <a:ext uri="{FF2B5EF4-FFF2-40B4-BE49-F238E27FC236}">
                <a16:creationId xmlns:a16="http://schemas.microsoft.com/office/drawing/2014/main" id="{4CA77FB1-A32D-E03D-9425-F449B4320C8F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25616" b="25404"/>
          <a:stretch>
            <a:fillRect/>
          </a:stretch>
        </p:blipFill>
        <p:spPr>
          <a:xfrm>
            <a:off x="11338885" y="523356"/>
            <a:ext cx="1210096" cy="592702"/>
          </a:xfrm>
          <a:prstGeom prst="rect">
            <a:avLst/>
          </a:prstGeom>
        </p:spPr>
      </p:pic>
      <p:pic>
        <p:nvPicPr>
          <p:cNvPr id="242" name="Imagen 241">
            <a:extLst>
              <a:ext uri="{FF2B5EF4-FFF2-40B4-BE49-F238E27FC236}">
                <a16:creationId xmlns:a16="http://schemas.microsoft.com/office/drawing/2014/main" id="{112E04CE-304D-1405-9F8D-0A2ABB0CF7A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80940" y="-48630"/>
            <a:ext cx="672145" cy="672145"/>
          </a:xfrm>
          <a:prstGeom prst="rect">
            <a:avLst/>
          </a:prstGeom>
        </p:spPr>
      </p:pic>
      <p:sp>
        <p:nvSpPr>
          <p:cNvPr id="275" name="Rectángulo 274">
            <a:extLst>
              <a:ext uri="{FF2B5EF4-FFF2-40B4-BE49-F238E27FC236}">
                <a16:creationId xmlns:a16="http://schemas.microsoft.com/office/drawing/2014/main" id="{3CCC27C5-DD26-3C19-0D4C-FF9AB0FB1DF5}"/>
              </a:ext>
            </a:extLst>
          </p:cNvPr>
          <p:cNvSpPr/>
          <p:nvPr/>
        </p:nvSpPr>
        <p:spPr>
          <a:xfrm>
            <a:off x="11235520" y="3372632"/>
            <a:ext cx="1445524" cy="94918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7" name="CuadroTexto 276">
            <a:extLst>
              <a:ext uri="{FF2B5EF4-FFF2-40B4-BE49-F238E27FC236}">
                <a16:creationId xmlns:a16="http://schemas.microsoft.com/office/drawing/2014/main" id="{242B0E42-6067-2954-7988-5E73FF27A37F}"/>
              </a:ext>
            </a:extLst>
          </p:cNvPr>
          <p:cNvSpPr txBox="1"/>
          <p:nvPr/>
        </p:nvSpPr>
        <p:spPr>
          <a:xfrm>
            <a:off x="11281317" y="3095238"/>
            <a:ext cx="1409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Producción</a:t>
            </a:r>
          </a:p>
        </p:txBody>
      </p:sp>
      <p:sp>
        <p:nvSpPr>
          <p:cNvPr id="279" name="CuadroTexto 278">
            <a:extLst>
              <a:ext uri="{FF2B5EF4-FFF2-40B4-BE49-F238E27FC236}">
                <a16:creationId xmlns:a16="http://schemas.microsoft.com/office/drawing/2014/main" id="{8D061E88-0326-5B77-593E-DA2B1195E9BC}"/>
              </a:ext>
            </a:extLst>
          </p:cNvPr>
          <p:cNvSpPr txBox="1"/>
          <p:nvPr/>
        </p:nvSpPr>
        <p:spPr>
          <a:xfrm>
            <a:off x="11338885" y="4081902"/>
            <a:ext cx="1192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Agente IA</a:t>
            </a:r>
          </a:p>
        </p:txBody>
      </p:sp>
      <p:pic>
        <p:nvPicPr>
          <p:cNvPr id="281" name="Imagen 280">
            <a:extLst>
              <a:ext uri="{FF2B5EF4-FFF2-40B4-BE49-F238E27FC236}">
                <a16:creationId xmlns:a16="http://schemas.microsoft.com/office/drawing/2014/main" id="{7116E8C1-0BC8-3210-FFFE-FE20AD3B669B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25616" b="25404"/>
          <a:stretch>
            <a:fillRect/>
          </a:stretch>
        </p:blipFill>
        <p:spPr>
          <a:xfrm>
            <a:off x="11338885" y="3488942"/>
            <a:ext cx="1210096" cy="592702"/>
          </a:xfrm>
          <a:prstGeom prst="rect">
            <a:avLst/>
          </a:prstGeom>
        </p:spPr>
      </p:pic>
      <p:pic>
        <p:nvPicPr>
          <p:cNvPr id="285" name="Imagen 284">
            <a:extLst>
              <a:ext uri="{FF2B5EF4-FFF2-40B4-BE49-F238E27FC236}">
                <a16:creationId xmlns:a16="http://schemas.microsoft.com/office/drawing/2014/main" id="{8DE4D90E-4ACF-6765-EE4A-1BD59E19BF6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835927" y="6484150"/>
            <a:ext cx="641772" cy="641772"/>
          </a:xfrm>
          <a:prstGeom prst="rect">
            <a:avLst/>
          </a:prstGeom>
        </p:spPr>
      </p:pic>
      <p:pic>
        <p:nvPicPr>
          <p:cNvPr id="287" name="Imagen 286">
            <a:extLst>
              <a:ext uri="{FF2B5EF4-FFF2-40B4-BE49-F238E27FC236}">
                <a16:creationId xmlns:a16="http://schemas.microsoft.com/office/drawing/2014/main" id="{B954D3A4-ED7D-5A8A-708B-6F2D8E9122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88" t="11817" r="11778" b="13209"/>
          <a:stretch/>
        </p:blipFill>
        <p:spPr>
          <a:xfrm>
            <a:off x="11635239" y="5643149"/>
            <a:ext cx="600161" cy="585629"/>
          </a:xfrm>
          <a:prstGeom prst="rect">
            <a:avLst/>
          </a:prstGeom>
        </p:spPr>
      </p:pic>
      <p:sp>
        <p:nvSpPr>
          <p:cNvPr id="289" name="CuadroTexto 288">
            <a:extLst>
              <a:ext uri="{FF2B5EF4-FFF2-40B4-BE49-F238E27FC236}">
                <a16:creationId xmlns:a16="http://schemas.microsoft.com/office/drawing/2014/main" id="{580DA307-6563-A1FC-D15B-6D776990483B}"/>
              </a:ext>
            </a:extLst>
          </p:cNvPr>
          <p:cNvSpPr txBox="1"/>
          <p:nvPr/>
        </p:nvSpPr>
        <p:spPr>
          <a:xfrm>
            <a:off x="11310304" y="6200830"/>
            <a:ext cx="119227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Información interacción cliente</a:t>
            </a:r>
          </a:p>
        </p:txBody>
      </p:sp>
      <p:sp>
        <p:nvSpPr>
          <p:cNvPr id="291" name="Rectángulo 290">
            <a:extLst>
              <a:ext uri="{FF2B5EF4-FFF2-40B4-BE49-F238E27FC236}">
                <a16:creationId xmlns:a16="http://schemas.microsoft.com/office/drawing/2014/main" id="{F019FE47-DFAE-418F-0FB9-7F2C9B9FD708}"/>
              </a:ext>
            </a:extLst>
          </p:cNvPr>
          <p:cNvSpPr/>
          <p:nvPr/>
        </p:nvSpPr>
        <p:spPr>
          <a:xfrm>
            <a:off x="12696881" y="6424137"/>
            <a:ext cx="970543" cy="994921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94" name="Conector recto de flecha 293">
            <a:extLst>
              <a:ext uri="{FF2B5EF4-FFF2-40B4-BE49-F238E27FC236}">
                <a16:creationId xmlns:a16="http://schemas.microsoft.com/office/drawing/2014/main" id="{56E77857-7AB8-464E-3ACA-2D674BC4B523}"/>
              </a:ext>
            </a:extLst>
          </p:cNvPr>
          <p:cNvCxnSpPr>
            <a:cxnSpLocks/>
            <a:stCxn id="215" idx="3"/>
            <a:endCxn id="275" idx="1"/>
          </p:cNvCxnSpPr>
          <p:nvPr/>
        </p:nvCxnSpPr>
        <p:spPr>
          <a:xfrm flipV="1">
            <a:off x="10572876" y="3847224"/>
            <a:ext cx="662644" cy="6424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8" name="Conector: angular 297">
            <a:extLst>
              <a:ext uri="{FF2B5EF4-FFF2-40B4-BE49-F238E27FC236}">
                <a16:creationId xmlns:a16="http://schemas.microsoft.com/office/drawing/2014/main" id="{4390F7FF-3A0C-72D3-1C47-05618E00798E}"/>
              </a:ext>
            </a:extLst>
          </p:cNvPr>
          <p:cNvCxnSpPr>
            <a:cxnSpLocks/>
            <a:stCxn id="253" idx="3"/>
            <a:endCxn id="275" idx="3"/>
          </p:cNvCxnSpPr>
          <p:nvPr/>
        </p:nvCxnSpPr>
        <p:spPr>
          <a:xfrm>
            <a:off x="12681044" y="2316504"/>
            <a:ext cx="12700" cy="153072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1" name="Conector: angular 300">
            <a:extLst>
              <a:ext uri="{FF2B5EF4-FFF2-40B4-BE49-F238E27FC236}">
                <a16:creationId xmlns:a16="http://schemas.microsoft.com/office/drawing/2014/main" id="{0DC63917-D5D5-9C22-FCA1-D0CED573D405}"/>
              </a:ext>
            </a:extLst>
          </p:cNvPr>
          <p:cNvCxnSpPr>
            <a:cxnSpLocks/>
            <a:stCxn id="265" idx="3"/>
            <a:endCxn id="253" idx="3"/>
          </p:cNvCxnSpPr>
          <p:nvPr/>
        </p:nvCxnSpPr>
        <p:spPr>
          <a:xfrm>
            <a:off x="12681044" y="881638"/>
            <a:ext cx="12700" cy="143486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05" name="Imagen 304">
            <a:extLst>
              <a:ext uri="{FF2B5EF4-FFF2-40B4-BE49-F238E27FC236}">
                <a16:creationId xmlns:a16="http://schemas.microsoft.com/office/drawing/2014/main" id="{5391ACAE-A29B-FE00-AFD8-F2C7BA3906D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88980" y="4617780"/>
            <a:ext cx="691343" cy="691343"/>
          </a:xfrm>
          <a:prstGeom prst="rect">
            <a:avLst/>
          </a:prstGeom>
        </p:spPr>
      </p:pic>
      <p:sp>
        <p:nvSpPr>
          <p:cNvPr id="307" name="CuadroTexto 306">
            <a:extLst>
              <a:ext uri="{FF2B5EF4-FFF2-40B4-BE49-F238E27FC236}">
                <a16:creationId xmlns:a16="http://schemas.microsoft.com/office/drawing/2014/main" id="{C1A6FC1B-F646-12DC-F4F6-4BCE7FFB1444}"/>
              </a:ext>
            </a:extLst>
          </p:cNvPr>
          <p:cNvSpPr txBox="1"/>
          <p:nvPr/>
        </p:nvSpPr>
        <p:spPr>
          <a:xfrm>
            <a:off x="11083106" y="4820681"/>
            <a:ext cx="7119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MCP</a:t>
            </a:r>
          </a:p>
        </p:txBody>
      </p:sp>
      <p:sp>
        <p:nvSpPr>
          <p:cNvPr id="321" name="CuadroTexto 320">
            <a:extLst>
              <a:ext uri="{FF2B5EF4-FFF2-40B4-BE49-F238E27FC236}">
                <a16:creationId xmlns:a16="http://schemas.microsoft.com/office/drawing/2014/main" id="{A18E8503-D2C1-6C0D-D5CE-BB546650D0E8}"/>
              </a:ext>
            </a:extLst>
          </p:cNvPr>
          <p:cNvSpPr txBox="1"/>
          <p:nvPr/>
        </p:nvSpPr>
        <p:spPr>
          <a:xfrm>
            <a:off x="12598029" y="7090556"/>
            <a:ext cx="1192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Transcripción</a:t>
            </a:r>
          </a:p>
        </p:txBody>
      </p:sp>
      <p:pic>
        <p:nvPicPr>
          <p:cNvPr id="323" name="Imagen 322">
            <a:extLst>
              <a:ext uri="{FF2B5EF4-FFF2-40B4-BE49-F238E27FC236}">
                <a16:creationId xmlns:a16="http://schemas.microsoft.com/office/drawing/2014/main" id="{49929884-ABDA-000D-B1F4-DCFA00F14BA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81532" y="532397"/>
            <a:ext cx="691343" cy="691343"/>
          </a:xfrm>
          <a:prstGeom prst="rect">
            <a:avLst/>
          </a:prstGeom>
        </p:spPr>
      </p:pic>
      <p:cxnSp>
        <p:nvCxnSpPr>
          <p:cNvPr id="324" name="Conector: angular 323">
            <a:extLst>
              <a:ext uri="{FF2B5EF4-FFF2-40B4-BE49-F238E27FC236}">
                <a16:creationId xmlns:a16="http://schemas.microsoft.com/office/drawing/2014/main" id="{3AB61860-DCFF-2A45-8AAD-8CAFE5FE53C6}"/>
              </a:ext>
            </a:extLst>
          </p:cNvPr>
          <p:cNvCxnSpPr>
            <a:cxnSpLocks/>
            <a:stCxn id="323" idx="2"/>
            <a:endCxn id="253" idx="1"/>
          </p:cNvCxnSpPr>
          <p:nvPr/>
        </p:nvCxnSpPr>
        <p:spPr>
          <a:xfrm rot="16200000" flipH="1">
            <a:off x="10184980" y="1265964"/>
            <a:ext cx="1092764" cy="1008316"/>
          </a:xfrm>
          <a:prstGeom prst="bentConnector2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8" name="Conector recto de flecha 327">
            <a:extLst>
              <a:ext uri="{FF2B5EF4-FFF2-40B4-BE49-F238E27FC236}">
                <a16:creationId xmlns:a16="http://schemas.microsoft.com/office/drawing/2014/main" id="{286BEB85-A829-7D23-4633-E2E7A7ABCA9C}"/>
              </a:ext>
            </a:extLst>
          </p:cNvPr>
          <p:cNvCxnSpPr>
            <a:cxnSpLocks/>
            <a:stCxn id="323" idx="3"/>
            <a:endCxn id="265" idx="1"/>
          </p:cNvCxnSpPr>
          <p:nvPr/>
        </p:nvCxnSpPr>
        <p:spPr>
          <a:xfrm>
            <a:off x="10572875" y="878069"/>
            <a:ext cx="662645" cy="3569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1" name="Conector recto de flecha 330">
            <a:extLst>
              <a:ext uri="{FF2B5EF4-FFF2-40B4-BE49-F238E27FC236}">
                <a16:creationId xmlns:a16="http://schemas.microsoft.com/office/drawing/2014/main" id="{B8D3A20A-0462-28C9-DBD4-7C4BD6E48E15}"/>
              </a:ext>
            </a:extLst>
          </p:cNvPr>
          <p:cNvCxnSpPr>
            <a:cxnSpLocks/>
            <a:stCxn id="323" idx="0"/>
          </p:cNvCxnSpPr>
          <p:nvPr/>
        </p:nvCxnSpPr>
        <p:spPr>
          <a:xfrm flipV="1">
            <a:off x="10227204" y="160867"/>
            <a:ext cx="0" cy="37153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5" name="CuadroTexto 334">
            <a:extLst>
              <a:ext uri="{FF2B5EF4-FFF2-40B4-BE49-F238E27FC236}">
                <a16:creationId xmlns:a16="http://schemas.microsoft.com/office/drawing/2014/main" id="{BAF675F4-AF44-D397-B78B-91D3802C4F1B}"/>
              </a:ext>
            </a:extLst>
          </p:cNvPr>
          <p:cNvSpPr txBox="1"/>
          <p:nvPr/>
        </p:nvSpPr>
        <p:spPr>
          <a:xfrm>
            <a:off x="9109743" y="728365"/>
            <a:ext cx="1192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MCP</a:t>
            </a:r>
          </a:p>
        </p:txBody>
      </p:sp>
      <p:sp>
        <p:nvSpPr>
          <p:cNvPr id="336" name="Elipse 335">
            <a:extLst>
              <a:ext uri="{FF2B5EF4-FFF2-40B4-BE49-F238E27FC236}">
                <a16:creationId xmlns:a16="http://schemas.microsoft.com/office/drawing/2014/main" id="{213FFB51-8A5A-89EF-27B7-309FE9E95106}"/>
              </a:ext>
            </a:extLst>
          </p:cNvPr>
          <p:cNvSpPr/>
          <p:nvPr/>
        </p:nvSpPr>
        <p:spPr>
          <a:xfrm>
            <a:off x="10184870" y="-42334"/>
            <a:ext cx="84667" cy="8466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8" name="Elipse 337">
            <a:extLst>
              <a:ext uri="{FF2B5EF4-FFF2-40B4-BE49-F238E27FC236}">
                <a16:creationId xmlns:a16="http://schemas.microsoft.com/office/drawing/2014/main" id="{F398BB85-AC9D-359A-420F-30FD578D5B69}"/>
              </a:ext>
            </a:extLst>
          </p:cNvPr>
          <p:cNvSpPr/>
          <p:nvPr/>
        </p:nvSpPr>
        <p:spPr>
          <a:xfrm>
            <a:off x="10184870" y="-209615"/>
            <a:ext cx="84667" cy="8466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0" name="Elipse 339">
            <a:extLst>
              <a:ext uri="{FF2B5EF4-FFF2-40B4-BE49-F238E27FC236}">
                <a16:creationId xmlns:a16="http://schemas.microsoft.com/office/drawing/2014/main" id="{810B3D1B-7C07-D977-4330-6692044064B9}"/>
              </a:ext>
            </a:extLst>
          </p:cNvPr>
          <p:cNvSpPr/>
          <p:nvPr/>
        </p:nvSpPr>
        <p:spPr>
          <a:xfrm>
            <a:off x="10184870" y="-383181"/>
            <a:ext cx="84667" cy="8466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42" name="Imagen 341">
            <a:extLst>
              <a:ext uri="{FF2B5EF4-FFF2-40B4-BE49-F238E27FC236}">
                <a16:creationId xmlns:a16="http://schemas.microsoft.com/office/drawing/2014/main" id="{B5E6E04C-FD02-3D95-472F-D1B9EEEDC33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20451" y="5226713"/>
            <a:ext cx="819749" cy="81974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E73BEC0-73BE-65B7-8DA7-2D35214B17B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23492" y="5544980"/>
            <a:ext cx="206834" cy="206834"/>
          </a:xfrm>
          <a:prstGeom prst="rect">
            <a:avLst/>
          </a:prstGeom>
        </p:spPr>
      </p:pic>
      <p:sp>
        <p:nvSpPr>
          <p:cNvPr id="344" name="CuadroTexto 343">
            <a:extLst>
              <a:ext uri="{FF2B5EF4-FFF2-40B4-BE49-F238E27FC236}">
                <a16:creationId xmlns:a16="http://schemas.microsoft.com/office/drawing/2014/main" id="{A023CA1B-80A4-F323-4B18-E9123650393D}"/>
              </a:ext>
            </a:extLst>
          </p:cNvPr>
          <p:cNvSpPr txBox="1"/>
          <p:nvPr/>
        </p:nvSpPr>
        <p:spPr>
          <a:xfrm>
            <a:off x="9199550" y="6017503"/>
            <a:ext cx="16615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Medición Agente</a:t>
            </a:r>
          </a:p>
        </p:txBody>
      </p:sp>
      <p:pic>
        <p:nvPicPr>
          <p:cNvPr id="346" name="Imagen 345">
            <a:extLst>
              <a:ext uri="{FF2B5EF4-FFF2-40B4-BE49-F238E27FC236}">
                <a16:creationId xmlns:a16="http://schemas.microsoft.com/office/drawing/2014/main" id="{D203B4DD-F0E6-66AD-5AE1-15719C9C680D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39450" y="5599502"/>
            <a:ext cx="456070" cy="456070"/>
          </a:xfrm>
          <a:prstGeom prst="rect">
            <a:avLst/>
          </a:prstGeom>
        </p:spPr>
      </p:pic>
      <p:pic>
        <p:nvPicPr>
          <p:cNvPr id="350" name="Imagen 349">
            <a:extLst>
              <a:ext uri="{FF2B5EF4-FFF2-40B4-BE49-F238E27FC236}">
                <a16:creationId xmlns:a16="http://schemas.microsoft.com/office/drawing/2014/main" id="{3A346B46-3B33-A356-137A-8E086448F48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01203" y="5598565"/>
            <a:ext cx="456070" cy="456070"/>
          </a:xfrm>
          <a:prstGeom prst="rect">
            <a:avLst/>
          </a:prstGeom>
        </p:spPr>
      </p:pic>
      <p:pic>
        <p:nvPicPr>
          <p:cNvPr id="352" name="Imagen 351">
            <a:extLst>
              <a:ext uri="{FF2B5EF4-FFF2-40B4-BE49-F238E27FC236}">
                <a16:creationId xmlns:a16="http://schemas.microsoft.com/office/drawing/2014/main" id="{E64FB7EC-E7D9-6BE5-F2DB-BA3A9B8FB7E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90520" y="5598565"/>
            <a:ext cx="456070" cy="456070"/>
          </a:xfrm>
          <a:prstGeom prst="rect">
            <a:avLst/>
          </a:prstGeom>
        </p:spPr>
      </p:pic>
      <p:sp>
        <p:nvSpPr>
          <p:cNvPr id="354" name="Rectángulo 353">
            <a:extLst>
              <a:ext uri="{FF2B5EF4-FFF2-40B4-BE49-F238E27FC236}">
                <a16:creationId xmlns:a16="http://schemas.microsoft.com/office/drawing/2014/main" id="{2D61C442-8A98-6AAB-6EF1-9188F7352F4D}"/>
              </a:ext>
            </a:extLst>
          </p:cNvPr>
          <p:cNvSpPr/>
          <p:nvPr/>
        </p:nvSpPr>
        <p:spPr>
          <a:xfrm>
            <a:off x="7542022" y="5218391"/>
            <a:ext cx="1458434" cy="848626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6" name="CuadroTexto 355">
            <a:extLst>
              <a:ext uri="{FF2B5EF4-FFF2-40B4-BE49-F238E27FC236}">
                <a16:creationId xmlns:a16="http://schemas.microsoft.com/office/drawing/2014/main" id="{7B4A27B9-E1DF-2095-E02F-60D2B20EB23E}"/>
              </a:ext>
            </a:extLst>
          </p:cNvPr>
          <p:cNvSpPr txBox="1"/>
          <p:nvPr/>
        </p:nvSpPr>
        <p:spPr>
          <a:xfrm>
            <a:off x="7452357" y="5251967"/>
            <a:ext cx="16615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Modelos medición marco</a:t>
            </a:r>
          </a:p>
        </p:txBody>
      </p:sp>
      <p:cxnSp>
        <p:nvCxnSpPr>
          <p:cNvPr id="358" name="Conector: angular 357">
            <a:extLst>
              <a:ext uri="{FF2B5EF4-FFF2-40B4-BE49-F238E27FC236}">
                <a16:creationId xmlns:a16="http://schemas.microsoft.com/office/drawing/2014/main" id="{FBF58C5C-5576-BB09-F5BC-1D972F39BCAC}"/>
              </a:ext>
            </a:extLst>
          </p:cNvPr>
          <p:cNvCxnSpPr>
            <a:cxnSpLocks/>
            <a:stCxn id="175" idx="2"/>
            <a:endCxn id="342" idx="0"/>
          </p:cNvCxnSpPr>
          <p:nvPr/>
        </p:nvCxnSpPr>
        <p:spPr>
          <a:xfrm rot="16200000" flipH="1">
            <a:off x="8547535" y="3743922"/>
            <a:ext cx="648816" cy="23167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3" name="Conector: angular 362">
            <a:extLst>
              <a:ext uri="{FF2B5EF4-FFF2-40B4-BE49-F238E27FC236}">
                <a16:creationId xmlns:a16="http://schemas.microsoft.com/office/drawing/2014/main" id="{D260026A-55DA-DC3E-3028-2B4288DDB05A}"/>
              </a:ext>
            </a:extLst>
          </p:cNvPr>
          <p:cNvCxnSpPr>
            <a:cxnSpLocks/>
            <a:stCxn id="202" idx="3"/>
            <a:endCxn id="173" idx="1"/>
          </p:cNvCxnSpPr>
          <p:nvPr/>
        </p:nvCxnSpPr>
        <p:spPr>
          <a:xfrm flipV="1">
            <a:off x="6951752" y="3845182"/>
            <a:ext cx="462659" cy="1163590"/>
          </a:xfrm>
          <a:prstGeom prst="bentConnector3">
            <a:avLst>
              <a:gd name="adj1" fmla="val 50000"/>
            </a:avLst>
          </a:prstGeom>
          <a:ln>
            <a:solidFill>
              <a:srgbClr val="E971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9" name="Imagen 368">
            <a:extLst>
              <a:ext uri="{FF2B5EF4-FFF2-40B4-BE49-F238E27FC236}">
                <a16:creationId xmlns:a16="http://schemas.microsoft.com/office/drawing/2014/main" id="{CCD6163C-E52F-CA30-5451-FA7420A4B3E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01806" y="6923128"/>
            <a:ext cx="886856" cy="886856"/>
          </a:xfrm>
          <a:prstGeom prst="rect">
            <a:avLst/>
          </a:prstGeom>
        </p:spPr>
      </p:pic>
      <p:sp>
        <p:nvSpPr>
          <p:cNvPr id="371" name="CuadroTexto 370">
            <a:extLst>
              <a:ext uri="{FF2B5EF4-FFF2-40B4-BE49-F238E27FC236}">
                <a16:creationId xmlns:a16="http://schemas.microsoft.com/office/drawing/2014/main" id="{AE5FF286-D9C5-049B-53B5-BD434ABEEE87}"/>
              </a:ext>
            </a:extLst>
          </p:cNvPr>
          <p:cNvSpPr txBox="1"/>
          <p:nvPr/>
        </p:nvSpPr>
        <p:spPr>
          <a:xfrm>
            <a:off x="10795288" y="7770589"/>
            <a:ext cx="12998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Soporte modelo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2C2A2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3" name="Imagen 372">
            <a:extLst>
              <a:ext uri="{FF2B5EF4-FFF2-40B4-BE49-F238E27FC236}">
                <a16:creationId xmlns:a16="http://schemas.microsoft.com/office/drawing/2014/main" id="{F6907470-DDE3-96AB-5AF5-115B68004B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3474" y="6479476"/>
            <a:ext cx="728312" cy="728312"/>
          </a:xfrm>
          <a:prstGeom prst="rect">
            <a:avLst/>
          </a:prstGeom>
        </p:spPr>
      </p:pic>
      <p:sp>
        <p:nvSpPr>
          <p:cNvPr id="375" name="CuadroTexto 374">
            <a:extLst>
              <a:ext uri="{FF2B5EF4-FFF2-40B4-BE49-F238E27FC236}">
                <a16:creationId xmlns:a16="http://schemas.microsoft.com/office/drawing/2014/main" id="{9CB1E435-E857-6C21-FDB4-7F419C3D37AC}"/>
              </a:ext>
            </a:extLst>
          </p:cNvPr>
          <p:cNvSpPr txBox="1"/>
          <p:nvPr/>
        </p:nvSpPr>
        <p:spPr>
          <a:xfrm>
            <a:off x="8003564" y="7207788"/>
            <a:ext cx="12998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Monitoreo proceso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2C2A2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6" name="Conector: angular 375">
            <a:extLst>
              <a:ext uri="{FF2B5EF4-FFF2-40B4-BE49-F238E27FC236}">
                <a16:creationId xmlns:a16="http://schemas.microsoft.com/office/drawing/2014/main" id="{90200546-07C8-E652-3B7A-B271A85A7C3E}"/>
              </a:ext>
            </a:extLst>
          </p:cNvPr>
          <p:cNvCxnSpPr>
            <a:cxnSpLocks/>
            <a:stCxn id="287" idx="3"/>
            <a:endCxn id="291" idx="0"/>
          </p:cNvCxnSpPr>
          <p:nvPr/>
        </p:nvCxnSpPr>
        <p:spPr>
          <a:xfrm>
            <a:off x="12235400" y="5935964"/>
            <a:ext cx="946753" cy="488173"/>
          </a:xfrm>
          <a:prstGeom prst="bentConnector2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2" name="Imagen 381">
            <a:extLst>
              <a:ext uri="{FF2B5EF4-FFF2-40B4-BE49-F238E27FC236}">
                <a16:creationId xmlns:a16="http://schemas.microsoft.com/office/drawing/2014/main" id="{C8ADFA6B-189C-7C66-079E-586B1A7B98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88" t="11817" r="11778" b="13209"/>
          <a:stretch/>
        </p:blipFill>
        <p:spPr>
          <a:xfrm>
            <a:off x="9733559" y="6545074"/>
            <a:ext cx="600161" cy="585629"/>
          </a:xfrm>
          <a:prstGeom prst="rect">
            <a:avLst/>
          </a:prstGeom>
        </p:spPr>
      </p:pic>
      <p:sp>
        <p:nvSpPr>
          <p:cNvPr id="384" name="CuadroTexto 383">
            <a:extLst>
              <a:ext uri="{FF2B5EF4-FFF2-40B4-BE49-F238E27FC236}">
                <a16:creationId xmlns:a16="http://schemas.microsoft.com/office/drawing/2014/main" id="{B57C8845-1421-77BC-46C4-CD76780D1316}"/>
              </a:ext>
            </a:extLst>
          </p:cNvPr>
          <p:cNvSpPr txBox="1"/>
          <p:nvPr/>
        </p:nvSpPr>
        <p:spPr>
          <a:xfrm>
            <a:off x="9679039" y="7147636"/>
            <a:ext cx="70181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Métricas</a:t>
            </a:r>
          </a:p>
        </p:txBody>
      </p:sp>
      <p:cxnSp>
        <p:nvCxnSpPr>
          <p:cNvPr id="386" name="Conector recto 385">
            <a:extLst>
              <a:ext uri="{FF2B5EF4-FFF2-40B4-BE49-F238E27FC236}">
                <a16:creationId xmlns:a16="http://schemas.microsoft.com/office/drawing/2014/main" id="{6D6E8F89-254D-51B2-3D74-078EB7C31BCB}"/>
              </a:ext>
            </a:extLst>
          </p:cNvPr>
          <p:cNvCxnSpPr>
            <a:stCxn id="342" idx="1"/>
            <a:endCxn id="354" idx="3"/>
          </p:cNvCxnSpPr>
          <p:nvPr/>
        </p:nvCxnSpPr>
        <p:spPr>
          <a:xfrm flipH="1">
            <a:off x="9000456" y="5636588"/>
            <a:ext cx="619995" cy="6116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0" name="Conector recto de flecha 389">
            <a:extLst>
              <a:ext uri="{FF2B5EF4-FFF2-40B4-BE49-F238E27FC236}">
                <a16:creationId xmlns:a16="http://schemas.microsoft.com/office/drawing/2014/main" id="{169EDF79-6B8C-9F7D-4C61-DC3EB580047A}"/>
              </a:ext>
            </a:extLst>
          </p:cNvPr>
          <p:cNvCxnSpPr>
            <a:cxnSpLocks/>
            <a:stCxn id="344" idx="2"/>
            <a:endCxn id="382" idx="0"/>
          </p:cNvCxnSpPr>
          <p:nvPr/>
        </p:nvCxnSpPr>
        <p:spPr>
          <a:xfrm>
            <a:off x="10030326" y="6279113"/>
            <a:ext cx="3314" cy="265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3" name="Conector recto de flecha 392">
            <a:extLst>
              <a:ext uri="{FF2B5EF4-FFF2-40B4-BE49-F238E27FC236}">
                <a16:creationId xmlns:a16="http://schemas.microsoft.com/office/drawing/2014/main" id="{ED055D85-1B1E-36D9-5ABB-385B7BE645DB}"/>
              </a:ext>
            </a:extLst>
          </p:cNvPr>
          <p:cNvCxnSpPr>
            <a:cxnSpLocks/>
            <a:stCxn id="382" idx="1"/>
            <a:endCxn id="373" idx="3"/>
          </p:cNvCxnSpPr>
          <p:nvPr/>
        </p:nvCxnSpPr>
        <p:spPr>
          <a:xfrm flipH="1">
            <a:off x="9011786" y="6837889"/>
            <a:ext cx="721773" cy="5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6" name="Conector: angular 395">
            <a:extLst>
              <a:ext uri="{FF2B5EF4-FFF2-40B4-BE49-F238E27FC236}">
                <a16:creationId xmlns:a16="http://schemas.microsoft.com/office/drawing/2014/main" id="{7FFD6AF9-5043-BC25-FC0E-8E1704BCAF6A}"/>
              </a:ext>
            </a:extLst>
          </p:cNvPr>
          <p:cNvCxnSpPr>
            <a:cxnSpLocks/>
            <a:stCxn id="375" idx="2"/>
            <a:endCxn id="369" idx="1"/>
          </p:cNvCxnSpPr>
          <p:nvPr/>
        </p:nvCxnSpPr>
        <p:spPr>
          <a:xfrm rot="5400000" flipH="1" flipV="1">
            <a:off x="9691598" y="6328468"/>
            <a:ext cx="272119" cy="2348296"/>
          </a:xfrm>
          <a:prstGeom prst="bentConnector4">
            <a:avLst>
              <a:gd name="adj1" fmla="val -84007"/>
              <a:gd name="adj2" fmla="val 796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1" name="Conector: angular 400">
            <a:extLst>
              <a:ext uri="{FF2B5EF4-FFF2-40B4-BE49-F238E27FC236}">
                <a16:creationId xmlns:a16="http://schemas.microsoft.com/office/drawing/2014/main" id="{546C80FB-E602-3BEB-E704-EAD7156C07CB}"/>
              </a:ext>
            </a:extLst>
          </p:cNvPr>
          <p:cNvCxnSpPr>
            <a:cxnSpLocks/>
            <a:stCxn id="287" idx="1"/>
            <a:endCxn id="369" idx="0"/>
          </p:cNvCxnSpPr>
          <p:nvPr/>
        </p:nvCxnSpPr>
        <p:spPr>
          <a:xfrm rot="10800000" flipV="1">
            <a:off x="11445235" y="5935964"/>
            <a:ext cx="190005" cy="98716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09" name="Imagen 408">
            <a:extLst>
              <a:ext uri="{FF2B5EF4-FFF2-40B4-BE49-F238E27FC236}">
                <a16:creationId xmlns:a16="http://schemas.microsoft.com/office/drawing/2014/main" id="{2B90795A-659F-A25F-390D-4ECF7AF6D0F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459034" y="3352713"/>
            <a:ext cx="984935" cy="984935"/>
          </a:xfrm>
          <a:prstGeom prst="rect">
            <a:avLst/>
          </a:prstGeom>
        </p:spPr>
      </p:pic>
      <p:cxnSp>
        <p:nvCxnSpPr>
          <p:cNvPr id="413" name="Conector recto de flecha 412">
            <a:extLst>
              <a:ext uri="{FF2B5EF4-FFF2-40B4-BE49-F238E27FC236}">
                <a16:creationId xmlns:a16="http://schemas.microsoft.com/office/drawing/2014/main" id="{8B8FBC9A-9291-07F2-FFA1-487184A32826}"/>
              </a:ext>
            </a:extLst>
          </p:cNvPr>
          <p:cNvCxnSpPr>
            <a:cxnSpLocks/>
            <a:stCxn id="275" idx="3"/>
            <a:endCxn id="409" idx="1"/>
          </p:cNvCxnSpPr>
          <p:nvPr/>
        </p:nvCxnSpPr>
        <p:spPr>
          <a:xfrm flipV="1">
            <a:off x="12681044" y="3845181"/>
            <a:ext cx="777990" cy="2043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8" name="Conector recto de flecha 417">
            <a:extLst>
              <a:ext uri="{FF2B5EF4-FFF2-40B4-BE49-F238E27FC236}">
                <a16:creationId xmlns:a16="http://schemas.microsoft.com/office/drawing/2014/main" id="{F3DAEBB1-C18D-D3F6-9969-474B9F5D3671}"/>
              </a:ext>
            </a:extLst>
          </p:cNvPr>
          <p:cNvCxnSpPr>
            <a:cxnSpLocks/>
            <a:stCxn id="305" idx="0"/>
            <a:endCxn id="279" idx="2"/>
          </p:cNvCxnSpPr>
          <p:nvPr/>
        </p:nvCxnSpPr>
        <p:spPr>
          <a:xfrm flipV="1">
            <a:off x="11934652" y="4343512"/>
            <a:ext cx="372" cy="274268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1" name="Conector: angular 420">
            <a:extLst>
              <a:ext uri="{FF2B5EF4-FFF2-40B4-BE49-F238E27FC236}">
                <a16:creationId xmlns:a16="http://schemas.microsoft.com/office/drawing/2014/main" id="{E03175D9-D020-E318-62C4-43DEB8758C42}"/>
              </a:ext>
            </a:extLst>
          </p:cNvPr>
          <p:cNvCxnSpPr>
            <a:cxnSpLocks/>
            <a:stCxn id="287" idx="1"/>
            <a:endCxn id="342" idx="3"/>
          </p:cNvCxnSpPr>
          <p:nvPr/>
        </p:nvCxnSpPr>
        <p:spPr>
          <a:xfrm rot="10800000">
            <a:off x="10440201" y="5636588"/>
            <a:ext cx="1195039" cy="2993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4" name="Conector recto de flecha 423">
            <a:extLst>
              <a:ext uri="{FF2B5EF4-FFF2-40B4-BE49-F238E27FC236}">
                <a16:creationId xmlns:a16="http://schemas.microsoft.com/office/drawing/2014/main" id="{85C3379F-C3B2-290C-174B-C90AEDF618F6}"/>
              </a:ext>
            </a:extLst>
          </p:cNvPr>
          <p:cNvCxnSpPr>
            <a:cxnSpLocks/>
            <a:stCxn id="305" idx="2"/>
            <a:endCxn id="287" idx="0"/>
          </p:cNvCxnSpPr>
          <p:nvPr/>
        </p:nvCxnSpPr>
        <p:spPr>
          <a:xfrm>
            <a:off x="11934652" y="5309123"/>
            <a:ext cx="668" cy="334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1" name="CuadroTexto 430">
            <a:extLst>
              <a:ext uri="{FF2B5EF4-FFF2-40B4-BE49-F238E27FC236}">
                <a16:creationId xmlns:a16="http://schemas.microsoft.com/office/drawing/2014/main" id="{F300371A-9329-6F04-5F36-CA8307E97A34}"/>
              </a:ext>
            </a:extLst>
          </p:cNvPr>
          <p:cNvSpPr txBox="1"/>
          <p:nvPr/>
        </p:nvSpPr>
        <p:spPr>
          <a:xfrm>
            <a:off x="13407619" y="4333377"/>
            <a:ext cx="1192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Interacción cliente</a:t>
            </a:r>
          </a:p>
        </p:txBody>
      </p:sp>
      <p:pic>
        <p:nvPicPr>
          <p:cNvPr id="244" name="Imagen 243">
            <a:extLst>
              <a:ext uri="{FF2B5EF4-FFF2-40B4-BE49-F238E27FC236}">
                <a16:creationId xmlns:a16="http://schemas.microsoft.com/office/drawing/2014/main" id="{B9D19F9B-1F03-65A5-12DE-C012760CD44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865709" y="2925960"/>
            <a:ext cx="679624" cy="67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822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F6F32-2192-D058-93B2-2529CE949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1B3BA2E-1877-8037-B684-793D5E084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612" y="2415529"/>
            <a:ext cx="600161" cy="60016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133CB6B-7BCC-FF05-BD10-4729FDE5F427}"/>
              </a:ext>
            </a:extLst>
          </p:cNvPr>
          <p:cNvSpPr txBox="1"/>
          <p:nvPr/>
        </p:nvSpPr>
        <p:spPr>
          <a:xfrm>
            <a:off x="856552" y="3100179"/>
            <a:ext cx="1192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API interacción de datos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2F9F95C-92F1-C689-3AA5-D8EB417FE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091" y="2377203"/>
            <a:ext cx="691343" cy="69134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ED72E75-4E4B-B456-F4CC-2C6CDF3D9541}"/>
              </a:ext>
            </a:extLst>
          </p:cNvPr>
          <p:cNvSpPr txBox="1"/>
          <p:nvPr/>
        </p:nvSpPr>
        <p:spPr>
          <a:xfrm>
            <a:off x="2126623" y="3142936"/>
            <a:ext cx="1192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MCP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A1ADE951-C875-1304-58EB-38B54BC5FD50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1752773" y="2715610"/>
            <a:ext cx="624318" cy="726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E0492D76-3D17-5874-D975-7169360DD669}"/>
              </a:ext>
            </a:extLst>
          </p:cNvPr>
          <p:cNvCxnSpPr>
            <a:cxnSpLocks/>
            <a:stCxn id="4" idx="3"/>
            <a:endCxn id="51" idx="1"/>
          </p:cNvCxnSpPr>
          <p:nvPr/>
        </p:nvCxnSpPr>
        <p:spPr>
          <a:xfrm flipV="1">
            <a:off x="3068434" y="2715610"/>
            <a:ext cx="624319" cy="726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BF9DC5F3-9A4C-703D-1938-178C4051A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8274" y="4143917"/>
            <a:ext cx="801697" cy="801697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2F5E8ECA-3714-D962-A2F0-F0536776F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7615" y="2249932"/>
            <a:ext cx="925564" cy="925564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87BB5AB6-A05E-62CE-5FE1-8416B83CC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4651" y="813916"/>
            <a:ext cx="925564" cy="925564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AB2CB594-C0A4-2DD0-2FE1-90D79E4B53BD}"/>
              </a:ext>
            </a:extLst>
          </p:cNvPr>
          <p:cNvSpPr txBox="1"/>
          <p:nvPr/>
        </p:nvSpPr>
        <p:spPr>
          <a:xfrm>
            <a:off x="2212983" y="5009779"/>
            <a:ext cx="1192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Cliente</a:t>
            </a: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2095F882-D7D1-6C55-888F-BCB5F07CCA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1074" y="2240954"/>
            <a:ext cx="943520" cy="943520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7FB5A82A-36CF-7CC6-546F-C5B3EE7594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1182" y="2253843"/>
            <a:ext cx="925564" cy="925564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4E4C32E9-6D27-77C3-E4EF-339989915C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446" y="3629757"/>
            <a:ext cx="925564" cy="925564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1CF2E01B-A801-5E53-3482-61FC22C12A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2753" y="2295548"/>
            <a:ext cx="840124" cy="840124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6E5585DF-56E4-E673-1F34-F1B3B5041E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0382" y="4095973"/>
            <a:ext cx="897585" cy="897585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C9AA5A0B-FFE8-09DE-EB41-9AC921CB25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8576" y="640271"/>
            <a:ext cx="725740" cy="725740"/>
          </a:xfrm>
          <a:prstGeom prst="rect">
            <a:avLst/>
          </a:prstGeom>
        </p:spPr>
      </p:pic>
      <p:sp>
        <p:nvSpPr>
          <p:cNvPr id="61" name="CuadroTexto 60">
            <a:extLst>
              <a:ext uri="{FF2B5EF4-FFF2-40B4-BE49-F238E27FC236}">
                <a16:creationId xmlns:a16="http://schemas.microsoft.com/office/drawing/2014/main" id="{439565AB-3679-555F-4CDE-4029A48EACE4}"/>
              </a:ext>
            </a:extLst>
          </p:cNvPr>
          <p:cNvSpPr txBox="1"/>
          <p:nvPr/>
        </p:nvSpPr>
        <p:spPr>
          <a:xfrm>
            <a:off x="3516676" y="3142936"/>
            <a:ext cx="1192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Consultar cliente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05881079-08C1-5F1D-5E6B-2EF46609A8CC}"/>
              </a:ext>
            </a:extLst>
          </p:cNvPr>
          <p:cNvSpPr txBox="1"/>
          <p:nvPr/>
        </p:nvSpPr>
        <p:spPr>
          <a:xfrm>
            <a:off x="5050798" y="3132776"/>
            <a:ext cx="1192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Estructura información</a:t>
            </a:r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1241463E-32A0-B5C6-315C-C0A605C639DD}"/>
              </a:ext>
            </a:extLst>
          </p:cNvPr>
          <p:cNvCxnSpPr>
            <a:stCxn id="51" idx="3"/>
            <a:endCxn id="19" idx="1"/>
          </p:cNvCxnSpPr>
          <p:nvPr/>
        </p:nvCxnSpPr>
        <p:spPr>
          <a:xfrm flipV="1">
            <a:off x="4532877" y="2712714"/>
            <a:ext cx="544738" cy="2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CuadroTexto 73">
            <a:extLst>
              <a:ext uri="{FF2B5EF4-FFF2-40B4-BE49-F238E27FC236}">
                <a16:creationId xmlns:a16="http://schemas.microsoft.com/office/drawing/2014/main" id="{6D09B716-C13E-B6E5-579C-BFE04583B4C0}"/>
              </a:ext>
            </a:extLst>
          </p:cNvPr>
          <p:cNvSpPr txBox="1"/>
          <p:nvPr/>
        </p:nvSpPr>
        <p:spPr>
          <a:xfrm>
            <a:off x="8071294" y="1739480"/>
            <a:ext cx="1192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Agente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acuerdos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84E0EC76-A8EA-5512-3289-075EFA4B1CDC}"/>
              </a:ext>
            </a:extLst>
          </p:cNvPr>
          <p:cNvSpPr txBox="1"/>
          <p:nvPr/>
        </p:nvSpPr>
        <p:spPr>
          <a:xfrm>
            <a:off x="8052767" y="3171585"/>
            <a:ext cx="1192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Agente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opciones</a:t>
            </a:r>
          </a:p>
        </p:txBody>
      </p:sp>
      <p:cxnSp>
        <p:nvCxnSpPr>
          <p:cNvPr id="78" name="Conector recto de flecha 77">
            <a:extLst>
              <a:ext uri="{FF2B5EF4-FFF2-40B4-BE49-F238E27FC236}">
                <a16:creationId xmlns:a16="http://schemas.microsoft.com/office/drawing/2014/main" id="{481A9ADF-740A-6A4C-D0C5-0C9172B9C43B}"/>
              </a:ext>
            </a:extLst>
          </p:cNvPr>
          <p:cNvCxnSpPr>
            <a:cxnSpLocks/>
            <a:stCxn id="19" idx="3"/>
            <a:endCxn id="37" idx="1"/>
          </p:cNvCxnSpPr>
          <p:nvPr/>
        </p:nvCxnSpPr>
        <p:spPr>
          <a:xfrm>
            <a:off x="6003179" y="2712714"/>
            <a:ext cx="5378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CuadroTexto 82">
            <a:extLst>
              <a:ext uri="{FF2B5EF4-FFF2-40B4-BE49-F238E27FC236}">
                <a16:creationId xmlns:a16="http://schemas.microsoft.com/office/drawing/2014/main" id="{64C5DB11-65FE-6DC3-4CCD-8E91045C725B}"/>
              </a:ext>
            </a:extLst>
          </p:cNvPr>
          <p:cNvSpPr txBox="1"/>
          <p:nvPr/>
        </p:nvSpPr>
        <p:spPr>
          <a:xfrm>
            <a:off x="3546999" y="5045604"/>
            <a:ext cx="1192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Bot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081BA4D2-BE2F-D209-1373-BC8CBE715771}"/>
              </a:ext>
            </a:extLst>
          </p:cNvPr>
          <p:cNvSpPr txBox="1"/>
          <p:nvPr/>
        </p:nvSpPr>
        <p:spPr>
          <a:xfrm>
            <a:off x="3443514" y="1301060"/>
            <a:ext cx="13992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Ejecución proceso automático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EF4E0516-A44A-BCAF-8682-ECB22C2F8EFA}"/>
              </a:ext>
            </a:extLst>
          </p:cNvPr>
          <p:cNvCxnSpPr>
            <a:cxnSpLocks/>
            <a:endCxn id="61" idx="2"/>
          </p:cNvCxnSpPr>
          <p:nvPr/>
        </p:nvCxnSpPr>
        <p:spPr>
          <a:xfrm flipV="1">
            <a:off x="4112815" y="3404546"/>
            <a:ext cx="0" cy="609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AA15607C-5ADA-69BE-E8DC-F55ECB380757}"/>
              </a:ext>
            </a:extLst>
          </p:cNvPr>
          <p:cNvCxnSpPr>
            <a:cxnSpLocks/>
            <a:stCxn id="14" idx="3"/>
            <a:endCxn id="53" idx="1"/>
          </p:cNvCxnSpPr>
          <p:nvPr/>
        </p:nvCxnSpPr>
        <p:spPr>
          <a:xfrm>
            <a:off x="3209971" y="4544766"/>
            <a:ext cx="5404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Conector: angular 102">
            <a:extLst>
              <a:ext uri="{FF2B5EF4-FFF2-40B4-BE49-F238E27FC236}">
                <a16:creationId xmlns:a16="http://schemas.microsoft.com/office/drawing/2014/main" id="{E7C884C8-4E4B-FF38-9351-64D96213932A}"/>
              </a:ext>
            </a:extLst>
          </p:cNvPr>
          <p:cNvCxnSpPr>
            <a:stCxn id="37" idx="3"/>
            <a:endCxn id="22" idx="1"/>
          </p:cNvCxnSpPr>
          <p:nvPr/>
        </p:nvCxnSpPr>
        <p:spPr>
          <a:xfrm flipV="1">
            <a:off x="7484594" y="1276698"/>
            <a:ext cx="720057" cy="143601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Conector recto de flecha 103">
            <a:extLst>
              <a:ext uri="{FF2B5EF4-FFF2-40B4-BE49-F238E27FC236}">
                <a16:creationId xmlns:a16="http://schemas.microsoft.com/office/drawing/2014/main" id="{A7183B9B-6280-A77E-4651-AF140F626540}"/>
              </a:ext>
            </a:extLst>
          </p:cNvPr>
          <p:cNvCxnSpPr>
            <a:cxnSpLocks/>
            <a:stCxn id="37" idx="3"/>
            <a:endCxn id="41" idx="1"/>
          </p:cNvCxnSpPr>
          <p:nvPr/>
        </p:nvCxnSpPr>
        <p:spPr>
          <a:xfrm>
            <a:off x="7484594" y="2712714"/>
            <a:ext cx="696588" cy="3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C5D8F809-FC11-4BDB-E030-AC8F24FB5ACD}"/>
              </a:ext>
            </a:extLst>
          </p:cNvPr>
          <p:cNvSpPr txBox="1"/>
          <p:nvPr/>
        </p:nvSpPr>
        <p:spPr>
          <a:xfrm>
            <a:off x="8092558" y="4529985"/>
            <a:ext cx="1192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Agente castigada</a:t>
            </a:r>
          </a:p>
        </p:txBody>
      </p:sp>
      <p:cxnSp>
        <p:nvCxnSpPr>
          <p:cNvPr id="116" name="Conector: angular 115">
            <a:extLst>
              <a:ext uri="{FF2B5EF4-FFF2-40B4-BE49-F238E27FC236}">
                <a16:creationId xmlns:a16="http://schemas.microsoft.com/office/drawing/2014/main" id="{9B6B72E2-82BC-3EE5-ED2F-FA56AA7AA739}"/>
              </a:ext>
            </a:extLst>
          </p:cNvPr>
          <p:cNvCxnSpPr>
            <a:cxnSpLocks/>
            <a:stCxn id="37" idx="3"/>
            <a:endCxn id="45" idx="1"/>
          </p:cNvCxnSpPr>
          <p:nvPr/>
        </p:nvCxnSpPr>
        <p:spPr>
          <a:xfrm>
            <a:off x="7484594" y="2712714"/>
            <a:ext cx="717852" cy="13798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Rectángulo 118">
            <a:extLst>
              <a:ext uri="{FF2B5EF4-FFF2-40B4-BE49-F238E27FC236}">
                <a16:creationId xmlns:a16="http://schemas.microsoft.com/office/drawing/2014/main" id="{268411AC-4449-DC29-500D-B93E7D8ECD3A}"/>
              </a:ext>
            </a:extLst>
          </p:cNvPr>
          <p:cNvSpPr/>
          <p:nvPr/>
        </p:nvSpPr>
        <p:spPr>
          <a:xfrm>
            <a:off x="2265013" y="3936329"/>
            <a:ext cx="2443939" cy="1374798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0EBBB547-3442-EFC1-E8F2-18BE860A0116}"/>
              </a:ext>
            </a:extLst>
          </p:cNvPr>
          <p:cNvSpPr txBox="1"/>
          <p:nvPr/>
        </p:nvSpPr>
        <p:spPr>
          <a:xfrm>
            <a:off x="2918257" y="5356607"/>
            <a:ext cx="1192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Contacto reactivo </a:t>
            </a:r>
          </a:p>
        </p:txBody>
      </p:sp>
      <p:pic>
        <p:nvPicPr>
          <p:cNvPr id="127" name="Imagen 126">
            <a:extLst>
              <a:ext uri="{FF2B5EF4-FFF2-40B4-BE49-F238E27FC236}">
                <a16:creationId xmlns:a16="http://schemas.microsoft.com/office/drawing/2014/main" id="{15CDA326-F9A8-92C9-94C9-55A0C3C22BA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82732" y="2455118"/>
            <a:ext cx="773640" cy="773640"/>
          </a:xfrm>
          <a:prstGeom prst="rect">
            <a:avLst/>
          </a:prstGeom>
        </p:spPr>
      </p:pic>
      <p:sp>
        <p:nvSpPr>
          <p:cNvPr id="129" name="Rectángulo 128">
            <a:extLst>
              <a:ext uri="{FF2B5EF4-FFF2-40B4-BE49-F238E27FC236}">
                <a16:creationId xmlns:a16="http://schemas.microsoft.com/office/drawing/2014/main" id="{9EDDCDD4-7F1B-8633-1E6A-E32F8B98ABE6}"/>
              </a:ext>
            </a:extLst>
          </p:cNvPr>
          <p:cNvSpPr/>
          <p:nvPr/>
        </p:nvSpPr>
        <p:spPr>
          <a:xfrm>
            <a:off x="7659264" y="640271"/>
            <a:ext cx="1835889" cy="4405333"/>
          </a:xfrm>
          <a:prstGeom prst="rect">
            <a:avLst/>
          </a:prstGeom>
          <a:noFill/>
          <a:ln>
            <a:solidFill>
              <a:srgbClr val="47308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2" name="Rectángulo 131">
            <a:extLst>
              <a:ext uri="{FF2B5EF4-FFF2-40B4-BE49-F238E27FC236}">
                <a16:creationId xmlns:a16="http://schemas.microsoft.com/office/drawing/2014/main" id="{AEC3B808-61A4-D983-DA3A-1FB214847211}"/>
              </a:ext>
            </a:extLst>
          </p:cNvPr>
          <p:cNvSpPr/>
          <p:nvPr/>
        </p:nvSpPr>
        <p:spPr>
          <a:xfrm>
            <a:off x="3443514" y="526513"/>
            <a:ext cx="1335036" cy="125460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54810EEB-A332-DCCA-6D76-1C1E03905404}"/>
              </a:ext>
            </a:extLst>
          </p:cNvPr>
          <p:cNvSpPr txBox="1"/>
          <p:nvPr/>
        </p:nvSpPr>
        <p:spPr>
          <a:xfrm>
            <a:off x="3525308" y="86673"/>
            <a:ext cx="1192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Contacto proactivo</a:t>
            </a:r>
          </a:p>
        </p:txBody>
      </p:sp>
      <p:cxnSp>
        <p:nvCxnSpPr>
          <p:cNvPr id="137" name="Conector recto de flecha 136">
            <a:extLst>
              <a:ext uri="{FF2B5EF4-FFF2-40B4-BE49-F238E27FC236}">
                <a16:creationId xmlns:a16="http://schemas.microsoft.com/office/drawing/2014/main" id="{BF9401A2-37C3-71DE-08F4-E5EAD307ABDE}"/>
              </a:ext>
            </a:extLst>
          </p:cNvPr>
          <p:cNvCxnSpPr>
            <a:cxnSpLocks/>
            <a:stCxn id="132" idx="2"/>
            <a:endCxn id="51" idx="0"/>
          </p:cNvCxnSpPr>
          <p:nvPr/>
        </p:nvCxnSpPr>
        <p:spPr>
          <a:xfrm>
            <a:off x="4111032" y="1781113"/>
            <a:ext cx="1783" cy="514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155BBFA4-0AE2-A9EA-7424-CC3E3183AC2C}"/>
              </a:ext>
            </a:extLst>
          </p:cNvPr>
          <p:cNvSpPr txBox="1"/>
          <p:nvPr/>
        </p:nvSpPr>
        <p:spPr>
          <a:xfrm>
            <a:off x="6415133" y="3225347"/>
            <a:ext cx="1192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Selección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agente</a:t>
            </a:r>
          </a:p>
        </p:txBody>
      </p:sp>
      <p:cxnSp>
        <p:nvCxnSpPr>
          <p:cNvPr id="144" name="Conector recto de flecha 143">
            <a:extLst>
              <a:ext uri="{FF2B5EF4-FFF2-40B4-BE49-F238E27FC236}">
                <a16:creationId xmlns:a16="http://schemas.microsoft.com/office/drawing/2014/main" id="{AC42D29E-F144-37BD-F54C-9315A419D477}"/>
              </a:ext>
            </a:extLst>
          </p:cNvPr>
          <p:cNvCxnSpPr>
            <a:cxnSpLocks/>
            <a:stCxn id="129" idx="3"/>
            <a:endCxn id="127" idx="1"/>
          </p:cNvCxnSpPr>
          <p:nvPr/>
        </p:nvCxnSpPr>
        <p:spPr>
          <a:xfrm flipV="1">
            <a:off x="9495153" y="2841938"/>
            <a:ext cx="587579" cy="1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5" name="CuadroTexto 154">
            <a:extLst>
              <a:ext uri="{FF2B5EF4-FFF2-40B4-BE49-F238E27FC236}">
                <a16:creationId xmlns:a16="http://schemas.microsoft.com/office/drawing/2014/main" id="{7B5BE8CC-5358-7DB7-E145-3D9DBBFFCCE4}"/>
              </a:ext>
            </a:extLst>
          </p:cNvPr>
          <p:cNvSpPr txBox="1"/>
          <p:nvPr/>
        </p:nvSpPr>
        <p:spPr>
          <a:xfrm>
            <a:off x="9873413" y="3206724"/>
            <a:ext cx="1192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Ejecución acción</a:t>
            </a:r>
          </a:p>
        </p:txBody>
      </p:sp>
      <p:pic>
        <p:nvPicPr>
          <p:cNvPr id="161" name="Imagen 160">
            <a:extLst>
              <a:ext uri="{FF2B5EF4-FFF2-40B4-BE49-F238E27FC236}">
                <a16:creationId xmlns:a16="http://schemas.microsoft.com/office/drawing/2014/main" id="{0F913098-FEEA-AB5C-F7D6-AE7BC0732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066" y="5743964"/>
            <a:ext cx="801697" cy="801697"/>
          </a:xfrm>
          <a:prstGeom prst="rect">
            <a:avLst/>
          </a:prstGeom>
        </p:spPr>
      </p:pic>
      <p:sp>
        <p:nvSpPr>
          <p:cNvPr id="164" name="CuadroTexto 163">
            <a:extLst>
              <a:ext uri="{FF2B5EF4-FFF2-40B4-BE49-F238E27FC236}">
                <a16:creationId xmlns:a16="http://schemas.microsoft.com/office/drawing/2014/main" id="{5E5FA6F5-0DF9-61EB-5385-DE7922A63A93}"/>
              </a:ext>
            </a:extLst>
          </p:cNvPr>
          <p:cNvSpPr txBox="1"/>
          <p:nvPr/>
        </p:nvSpPr>
        <p:spPr>
          <a:xfrm>
            <a:off x="7978498" y="6596390"/>
            <a:ext cx="1192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Cliente</a:t>
            </a:r>
          </a:p>
        </p:txBody>
      </p:sp>
      <p:cxnSp>
        <p:nvCxnSpPr>
          <p:cNvPr id="165" name="Conector recto de flecha 164">
            <a:extLst>
              <a:ext uri="{FF2B5EF4-FFF2-40B4-BE49-F238E27FC236}">
                <a16:creationId xmlns:a16="http://schemas.microsoft.com/office/drawing/2014/main" id="{7B99EB95-F378-9752-56FE-9834A8E1F897}"/>
              </a:ext>
            </a:extLst>
          </p:cNvPr>
          <p:cNvCxnSpPr>
            <a:cxnSpLocks/>
          </p:cNvCxnSpPr>
          <p:nvPr/>
        </p:nvCxnSpPr>
        <p:spPr>
          <a:xfrm>
            <a:off x="8443828" y="5153490"/>
            <a:ext cx="0" cy="56719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Conector recto de flecha 166">
            <a:extLst>
              <a:ext uri="{FF2B5EF4-FFF2-40B4-BE49-F238E27FC236}">
                <a16:creationId xmlns:a16="http://schemas.microsoft.com/office/drawing/2014/main" id="{9256A8EC-5C6C-86C5-0A3B-D80D1331A22D}"/>
              </a:ext>
            </a:extLst>
          </p:cNvPr>
          <p:cNvCxnSpPr>
            <a:cxnSpLocks/>
          </p:cNvCxnSpPr>
          <p:nvPr/>
        </p:nvCxnSpPr>
        <p:spPr>
          <a:xfrm flipV="1">
            <a:off x="8658915" y="5126079"/>
            <a:ext cx="0" cy="54351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" name="CuadroTexto 173">
            <a:extLst>
              <a:ext uri="{FF2B5EF4-FFF2-40B4-BE49-F238E27FC236}">
                <a16:creationId xmlns:a16="http://schemas.microsoft.com/office/drawing/2014/main" id="{6711966F-231F-7EDC-4BE5-A6786EBA454B}"/>
              </a:ext>
            </a:extLst>
          </p:cNvPr>
          <p:cNvSpPr txBox="1"/>
          <p:nvPr/>
        </p:nvSpPr>
        <p:spPr>
          <a:xfrm>
            <a:off x="8708515" y="5314838"/>
            <a:ext cx="8389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srgbClr val="2C2A28"/>
                </a:solidFill>
                <a:effectLst/>
                <a:uLnTx/>
                <a:uFillTx/>
                <a:latin typeface="CIBFont Sans Light" panose="020B0603020202020104" pitchFamily="34" charset="0"/>
                <a:ea typeface="+mn-ea"/>
                <a:cs typeface="+mn-cs"/>
              </a:rPr>
              <a:t>Interacción</a:t>
            </a:r>
          </a:p>
        </p:txBody>
      </p:sp>
    </p:spTree>
    <p:extLst>
      <p:ext uri="{BB962C8B-B14F-4D97-AF65-F5344CB8AC3E}">
        <p14:creationId xmlns:p14="http://schemas.microsoft.com/office/powerpoint/2010/main" val="27387956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131</Words>
  <Application>Microsoft Office PowerPoint</Application>
  <PresentationFormat>Panorámica</PresentationFormat>
  <Paragraphs>70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CIBFont Sans Light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Alejandro Herrera Rivera</dc:creator>
  <cp:lastModifiedBy>Sergio Alejandro Herrera Rivera</cp:lastModifiedBy>
  <cp:revision>4</cp:revision>
  <dcterms:created xsi:type="dcterms:W3CDTF">2026-09-13T16:37:28Z</dcterms:created>
  <dcterms:modified xsi:type="dcterms:W3CDTF">2026-09-15T01:01:31Z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1bdff26-5887-4e5c-8426-6e404c233df0_Enabled">
    <vt:lpwstr>true</vt:lpwstr>
  </property>
  <property fmtid="{D5CDD505-2E9C-101B-9397-08002B2CF9AE}" pid="3" name="MSIP_Label_71bdff26-5887-4e5c-8426-6e404c233df0_SetDate">
    <vt:lpwstr>2026-09-13T23:14:29Z</vt:lpwstr>
  </property>
  <property fmtid="{D5CDD505-2E9C-101B-9397-08002B2CF9AE}" pid="4" name="MSIP_Label_71bdff26-5887-4e5c-8426-6e404c233df0_Method">
    <vt:lpwstr>Standard</vt:lpwstr>
  </property>
  <property fmtid="{D5CDD505-2E9C-101B-9397-08002B2CF9AE}" pid="5" name="MSIP_Label_71bdff26-5887-4e5c-8426-6e404c233df0_Name">
    <vt:lpwstr>71bdff26-5887-4e5c-8426-6e404c233df0</vt:lpwstr>
  </property>
  <property fmtid="{D5CDD505-2E9C-101B-9397-08002B2CF9AE}" pid="6" name="MSIP_Label_71bdff26-5887-4e5c-8426-6e404c233df0_SiteId">
    <vt:lpwstr>b5e244bd-c492-495b-8b10-61bfd453e423</vt:lpwstr>
  </property>
  <property fmtid="{D5CDD505-2E9C-101B-9397-08002B2CF9AE}" pid="7" name="MSIP_Label_71bdff26-5887-4e5c-8426-6e404c233df0_ActionId">
    <vt:lpwstr>95606cbe-196b-4246-a2e2-05cb7ce09d0e</vt:lpwstr>
  </property>
  <property fmtid="{D5CDD505-2E9C-101B-9397-08002B2CF9AE}" pid="8" name="MSIP_Label_71bdff26-5887-4e5c-8426-6e404c233df0_ContentBits">
    <vt:lpwstr>0</vt:lpwstr>
  </property>
  <property fmtid="{D5CDD505-2E9C-101B-9397-08002B2CF9AE}" pid="9" name="MSIP_Label_71bdff26-5887-4e5c-8426-6e404c233df0_Tag">
    <vt:lpwstr>10, 3, 0, 1</vt:lpwstr>
  </property>
</Properties>
</file>